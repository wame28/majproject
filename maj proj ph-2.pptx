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30"/>
  </p:notesMasterIdLst>
  <p:sldIdLst>
    <p:sldId id="256" r:id="rId3"/>
    <p:sldId id="403" r:id="rId4"/>
    <p:sldId id="399" r:id="rId5"/>
    <p:sldId id="400" r:id="rId6"/>
    <p:sldId id="258" r:id="rId7"/>
    <p:sldId id="259" r:id="rId8"/>
    <p:sldId id="405" r:id="rId9"/>
    <p:sldId id="404" r:id="rId10"/>
    <p:sldId id="414" r:id="rId11"/>
    <p:sldId id="415" r:id="rId12"/>
    <p:sldId id="416" r:id="rId13"/>
    <p:sldId id="417" r:id="rId14"/>
    <p:sldId id="406" r:id="rId15"/>
    <p:sldId id="408" r:id="rId16"/>
    <p:sldId id="411" r:id="rId17"/>
    <p:sldId id="418" r:id="rId18"/>
    <p:sldId id="419" r:id="rId19"/>
    <p:sldId id="420" r:id="rId20"/>
    <p:sldId id="421" r:id="rId21"/>
    <p:sldId id="422" r:id="rId22"/>
    <p:sldId id="412" r:id="rId23"/>
    <p:sldId id="423" r:id="rId24"/>
    <p:sldId id="424" r:id="rId25"/>
    <p:sldId id="425" r:id="rId26"/>
    <p:sldId id="413" r:id="rId27"/>
    <p:sldId id="401" r:id="rId28"/>
    <p:sldId id="283"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92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9"/>
    <p:restoredTop sz="94715"/>
  </p:normalViewPr>
  <p:slideViewPr>
    <p:cSldViewPr showGuides="1">
      <p:cViewPr>
        <p:scale>
          <a:sx n="125" d="100"/>
          <a:sy n="125" d="100"/>
        </p:scale>
        <p:origin x="1194" y="6"/>
      </p:cViewPr>
      <p:guideLst>
        <p:guide orient="horz" pos="2160"/>
        <p:guide pos="2927"/>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EPU KARTHIK" userId="d9ea80ded3626c97" providerId="LiveId" clId="{7A737785-BD3C-471A-9624-22FCAB72AF1E}"/>
    <pc:docChg chg="undo custSel addSld delSld modSld">
      <pc:chgData name="ADEPU KARTHIK" userId="d9ea80ded3626c97" providerId="LiveId" clId="{7A737785-BD3C-471A-9624-22FCAB72AF1E}" dt="2024-01-18T06:21:41.545" v="603" actId="14100"/>
      <pc:docMkLst>
        <pc:docMk/>
      </pc:docMkLst>
      <pc:sldChg chg="modSp mod">
        <pc:chgData name="ADEPU KARTHIK" userId="d9ea80ded3626c97" providerId="LiveId" clId="{7A737785-BD3C-471A-9624-22FCAB72AF1E}" dt="2024-01-18T06:10:57.933" v="543" actId="20577"/>
        <pc:sldMkLst>
          <pc:docMk/>
          <pc:sldMk cId="0" sldId="256"/>
        </pc:sldMkLst>
        <pc:spChg chg="mod">
          <ac:chgData name="ADEPU KARTHIK" userId="d9ea80ded3626c97" providerId="LiveId" clId="{7A737785-BD3C-471A-9624-22FCAB72AF1E}" dt="2024-01-18T06:10:57.933" v="543" actId="20577"/>
          <ac:spMkLst>
            <pc:docMk/>
            <pc:sldMk cId="0" sldId="256"/>
            <ac:spMk id="6" creationId="{00000000-0000-0000-0000-000000000000}"/>
          </ac:spMkLst>
        </pc:spChg>
      </pc:sldChg>
      <pc:sldChg chg="addSp delSp modSp new mod">
        <pc:chgData name="ADEPU KARTHIK" userId="d9ea80ded3626c97" providerId="LiveId" clId="{7A737785-BD3C-471A-9624-22FCAB72AF1E}" dt="2024-01-17T12:50:16.763" v="28" actId="1076"/>
        <pc:sldMkLst>
          <pc:docMk/>
          <pc:sldMk cId="2256515345" sldId="418"/>
        </pc:sldMkLst>
        <pc:spChg chg="del">
          <ac:chgData name="ADEPU KARTHIK" userId="d9ea80ded3626c97" providerId="LiveId" clId="{7A737785-BD3C-471A-9624-22FCAB72AF1E}" dt="2024-01-17T12:47:44.741" v="2" actId="478"/>
          <ac:spMkLst>
            <pc:docMk/>
            <pc:sldMk cId="2256515345" sldId="418"/>
            <ac:spMk id="2" creationId="{8C670508-B007-D52F-B8A3-8A162FAABDC9}"/>
          </ac:spMkLst>
        </pc:spChg>
        <pc:spChg chg="del">
          <ac:chgData name="ADEPU KARTHIK" userId="d9ea80ded3626c97" providerId="LiveId" clId="{7A737785-BD3C-471A-9624-22FCAB72AF1E}" dt="2024-01-17T12:47:42.230" v="1" actId="478"/>
          <ac:spMkLst>
            <pc:docMk/>
            <pc:sldMk cId="2256515345" sldId="418"/>
            <ac:spMk id="3" creationId="{BC16C043-5D0C-7FFD-E20B-51C736CF5082}"/>
          </ac:spMkLst>
        </pc:spChg>
        <pc:spChg chg="add mod">
          <ac:chgData name="ADEPU KARTHIK" userId="d9ea80ded3626c97" providerId="LiveId" clId="{7A737785-BD3C-471A-9624-22FCAB72AF1E}" dt="2024-01-17T12:50:16.763" v="28" actId="1076"/>
          <ac:spMkLst>
            <pc:docMk/>
            <pc:sldMk cId="2256515345" sldId="418"/>
            <ac:spMk id="4" creationId="{60C8745D-A7A9-CD0D-9602-D73F36E42600}"/>
          </ac:spMkLst>
        </pc:spChg>
        <pc:spChg chg="add mod">
          <ac:chgData name="ADEPU KARTHIK" userId="d9ea80ded3626c97" providerId="LiveId" clId="{7A737785-BD3C-471A-9624-22FCAB72AF1E}" dt="2024-01-17T12:50:12.208" v="27" actId="1076"/>
          <ac:spMkLst>
            <pc:docMk/>
            <pc:sldMk cId="2256515345" sldId="418"/>
            <ac:spMk id="5" creationId="{939F0FB8-F507-2F69-AE79-9E845AA27246}"/>
          </ac:spMkLst>
        </pc:spChg>
      </pc:sldChg>
      <pc:sldChg chg="addSp modSp new mod">
        <pc:chgData name="ADEPU KARTHIK" userId="d9ea80ded3626c97" providerId="LiveId" clId="{7A737785-BD3C-471A-9624-22FCAB72AF1E}" dt="2024-01-17T16:50:53.852" v="247" actId="207"/>
        <pc:sldMkLst>
          <pc:docMk/>
          <pc:sldMk cId="2820747476" sldId="419"/>
        </pc:sldMkLst>
        <pc:spChg chg="add mod">
          <ac:chgData name="ADEPU KARTHIK" userId="d9ea80ded3626c97" providerId="LiveId" clId="{7A737785-BD3C-471A-9624-22FCAB72AF1E}" dt="2024-01-17T12:52:15.349" v="61" actId="207"/>
          <ac:spMkLst>
            <pc:docMk/>
            <pc:sldMk cId="2820747476" sldId="419"/>
            <ac:spMk id="2" creationId="{06B89DDC-8451-5043-6B5F-ADFDFA986F26}"/>
          </ac:spMkLst>
        </pc:spChg>
        <pc:spChg chg="add mod">
          <ac:chgData name="ADEPU KARTHIK" userId="d9ea80ded3626c97" providerId="LiveId" clId="{7A737785-BD3C-471A-9624-22FCAB72AF1E}" dt="2024-01-17T12:51:54.971" v="58" actId="1076"/>
          <ac:spMkLst>
            <pc:docMk/>
            <pc:sldMk cId="2820747476" sldId="419"/>
            <ac:spMk id="3" creationId="{BD533EFE-F19E-2DF8-6E63-80A6433B2CC1}"/>
          </ac:spMkLst>
        </pc:spChg>
        <pc:spChg chg="add mod">
          <ac:chgData name="ADEPU KARTHIK" userId="d9ea80ded3626c97" providerId="LiveId" clId="{7A737785-BD3C-471A-9624-22FCAB72AF1E}" dt="2024-01-17T16:50:53.852" v="247" actId="207"/>
          <ac:spMkLst>
            <pc:docMk/>
            <pc:sldMk cId="2820747476" sldId="419"/>
            <ac:spMk id="4" creationId="{C42752F6-606F-22F4-672A-3F8F74BEA50F}"/>
          </ac:spMkLst>
        </pc:spChg>
      </pc:sldChg>
      <pc:sldChg chg="new del">
        <pc:chgData name="ADEPU KARTHIK" userId="d9ea80ded3626c97" providerId="LiveId" clId="{7A737785-BD3C-471A-9624-22FCAB72AF1E}" dt="2024-01-17T12:50:23.236" v="30" actId="680"/>
        <pc:sldMkLst>
          <pc:docMk/>
          <pc:sldMk cId="4218211281" sldId="419"/>
        </pc:sldMkLst>
      </pc:sldChg>
      <pc:sldChg chg="new del">
        <pc:chgData name="ADEPU KARTHIK" userId="d9ea80ded3626c97" providerId="LiveId" clId="{7A737785-BD3C-471A-9624-22FCAB72AF1E}" dt="2024-01-17T16:56:57.920" v="249" actId="680"/>
        <pc:sldMkLst>
          <pc:docMk/>
          <pc:sldMk cId="2268233838" sldId="420"/>
        </pc:sldMkLst>
      </pc:sldChg>
      <pc:sldChg chg="addSp modSp new mod">
        <pc:chgData name="ADEPU KARTHIK" userId="d9ea80ded3626c97" providerId="LiveId" clId="{7A737785-BD3C-471A-9624-22FCAB72AF1E}" dt="2024-01-17T16:58:24.760" v="277" actId="1076"/>
        <pc:sldMkLst>
          <pc:docMk/>
          <pc:sldMk cId="4063299743" sldId="420"/>
        </pc:sldMkLst>
        <pc:spChg chg="add mod">
          <ac:chgData name="ADEPU KARTHIK" userId="d9ea80ded3626c97" providerId="LiveId" clId="{7A737785-BD3C-471A-9624-22FCAB72AF1E}" dt="2024-01-17T16:58:24.760" v="277" actId="1076"/>
          <ac:spMkLst>
            <pc:docMk/>
            <pc:sldMk cId="4063299743" sldId="420"/>
            <ac:spMk id="2" creationId="{4EABE702-D111-A560-BC07-AC8146490C98}"/>
          </ac:spMkLst>
        </pc:spChg>
        <pc:spChg chg="add mod">
          <ac:chgData name="ADEPU KARTHIK" userId="d9ea80ded3626c97" providerId="LiveId" clId="{7A737785-BD3C-471A-9624-22FCAB72AF1E}" dt="2024-01-17T16:58:15.603" v="275"/>
          <ac:spMkLst>
            <pc:docMk/>
            <pc:sldMk cId="4063299743" sldId="420"/>
            <ac:spMk id="3" creationId="{DE7924DF-0520-6D1D-35E7-539F9099E6CB}"/>
          </ac:spMkLst>
        </pc:spChg>
      </pc:sldChg>
      <pc:sldChg chg="new del">
        <pc:chgData name="ADEPU KARTHIK" userId="d9ea80ded3626c97" providerId="LiveId" clId="{7A737785-BD3C-471A-9624-22FCAB72AF1E}" dt="2024-01-17T16:58:32.482" v="279" actId="680"/>
        <pc:sldMkLst>
          <pc:docMk/>
          <pc:sldMk cId="572699564" sldId="421"/>
        </pc:sldMkLst>
      </pc:sldChg>
      <pc:sldChg chg="addSp delSp modSp new mod">
        <pc:chgData name="ADEPU KARTHIK" userId="d9ea80ded3626c97" providerId="LiveId" clId="{7A737785-BD3C-471A-9624-22FCAB72AF1E}" dt="2024-01-18T06:21:41.545" v="603" actId="14100"/>
        <pc:sldMkLst>
          <pc:docMk/>
          <pc:sldMk cId="1982417771" sldId="421"/>
        </pc:sldMkLst>
        <pc:spChg chg="add mod">
          <ac:chgData name="ADEPU KARTHIK" userId="d9ea80ded3626c97" providerId="LiveId" clId="{7A737785-BD3C-471A-9624-22FCAB72AF1E}" dt="2024-01-17T16:59:52.227" v="293" actId="255"/>
          <ac:spMkLst>
            <pc:docMk/>
            <pc:sldMk cId="1982417771" sldId="421"/>
            <ac:spMk id="3" creationId="{CA21E2F9-8AB6-24E5-E769-5171DF9D8BC8}"/>
          </ac:spMkLst>
        </pc:spChg>
        <pc:spChg chg="add del mod">
          <ac:chgData name="ADEPU KARTHIK" userId="d9ea80ded3626c97" providerId="LiveId" clId="{7A737785-BD3C-471A-9624-22FCAB72AF1E}" dt="2024-01-17T16:59:25.972" v="289" actId="478"/>
          <ac:spMkLst>
            <pc:docMk/>
            <pc:sldMk cId="1982417771" sldId="421"/>
            <ac:spMk id="4" creationId="{0671E539-8BCA-6099-4159-CE187C1C0A6A}"/>
          </ac:spMkLst>
        </pc:spChg>
        <pc:spChg chg="add mod">
          <ac:chgData name="ADEPU KARTHIK" userId="d9ea80ded3626c97" providerId="LiveId" clId="{7A737785-BD3C-471A-9624-22FCAB72AF1E}" dt="2024-01-18T05:45:44.059" v="432" actId="113"/>
          <ac:spMkLst>
            <pc:docMk/>
            <pc:sldMk cId="1982417771" sldId="421"/>
            <ac:spMk id="12" creationId="{11D729AB-DF73-0679-5C3A-52A27E9BA0E3}"/>
          </ac:spMkLst>
        </pc:spChg>
        <pc:spChg chg="add mod">
          <ac:chgData name="ADEPU KARTHIK" userId="d9ea80ded3626c97" providerId="LiveId" clId="{7A737785-BD3C-471A-9624-22FCAB72AF1E}" dt="2024-01-18T05:56:32.637" v="496" actId="20577"/>
          <ac:spMkLst>
            <pc:docMk/>
            <pc:sldMk cId="1982417771" sldId="421"/>
            <ac:spMk id="13" creationId="{9FCF9019-3910-1FAD-2643-5B2B66DA4D41}"/>
          </ac:spMkLst>
        </pc:spChg>
        <pc:spChg chg="add mod">
          <ac:chgData name="ADEPU KARTHIK" userId="d9ea80ded3626c97" providerId="LiveId" clId="{7A737785-BD3C-471A-9624-22FCAB72AF1E}" dt="2024-01-18T05:57:56.355" v="514" actId="20577"/>
          <ac:spMkLst>
            <pc:docMk/>
            <pc:sldMk cId="1982417771" sldId="421"/>
            <ac:spMk id="14" creationId="{B08B31F6-34A1-253F-4947-71DDB167BE5C}"/>
          </ac:spMkLst>
        </pc:spChg>
        <pc:spChg chg="add mod">
          <ac:chgData name="ADEPU KARTHIK" userId="d9ea80ded3626c97" providerId="LiveId" clId="{7A737785-BD3C-471A-9624-22FCAB72AF1E}" dt="2024-01-18T05:58:14.175" v="529" actId="20577"/>
          <ac:spMkLst>
            <pc:docMk/>
            <pc:sldMk cId="1982417771" sldId="421"/>
            <ac:spMk id="15" creationId="{5F72CFB9-023F-2038-2AB2-7830E2E09985}"/>
          </ac:spMkLst>
        </pc:spChg>
        <pc:spChg chg="add mod">
          <ac:chgData name="ADEPU KARTHIK" userId="d9ea80ded3626c97" providerId="LiveId" clId="{7A737785-BD3C-471A-9624-22FCAB72AF1E}" dt="2024-01-18T05:58:27.456" v="540" actId="20577"/>
          <ac:spMkLst>
            <pc:docMk/>
            <pc:sldMk cId="1982417771" sldId="421"/>
            <ac:spMk id="16" creationId="{1354772D-1A63-926F-E252-13D645F7FFAD}"/>
          </ac:spMkLst>
        </pc:spChg>
        <pc:spChg chg="add mod">
          <ac:chgData name="ADEPU KARTHIK" userId="d9ea80ded3626c97" providerId="LiveId" clId="{7A737785-BD3C-471A-9624-22FCAB72AF1E}" dt="2024-01-18T05:58:34.913" v="541" actId="313"/>
          <ac:spMkLst>
            <pc:docMk/>
            <pc:sldMk cId="1982417771" sldId="421"/>
            <ac:spMk id="29" creationId="{9D9EBC41-DE8B-7DB1-8588-D4184F1793FF}"/>
          </ac:spMkLst>
        </pc:spChg>
        <pc:spChg chg="add mod">
          <ac:chgData name="ADEPU KARTHIK" userId="d9ea80ded3626c97" providerId="LiveId" clId="{7A737785-BD3C-471A-9624-22FCAB72AF1E}" dt="2024-01-18T05:52:51.469" v="474" actId="20577"/>
          <ac:spMkLst>
            <pc:docMk/>
            <pc:sldMk cId="1982417771" sldId="421"/>
            <ac:spMk id="30" creationId="{440C4A83-7A22-AF8C-D71F-604F58803542}"/>
          </ac:spMkLst>
        </pc:spChg>
        <pc:spChg chg="add mod">
          <ac:chgData name="ADEPU KARTHIK" userId="d9ea80ded3626c97" providerId="LiveId" clId="{7A737785-BD3C-471A-9624-22FCAB72AF1E}" dt="2024-01-18T05:53:29.633" v="477"/>
          <ac:spMkLst>
            <pc:docMk/>
            <pc:sldMk cId="1982417771" sldId="421"/>
            <ac:spMk id="31" creationId="{7CC7BC45-3E0A-02AC-FCAD-DF11D4AD1DE4}"/>
          </ac:spMkLst>
        </pc:spChg>
        <pc:spChg chg="add mod">
          <ac:chgData name="ADEPU KARTHIK" userId="d9ea80ded3626c97" providerId="LiveId" clId="{7A737785-BD3C-471A-9624-22FCAB72AF1E}" dt="2024-01-18T05:54:18.440" v="479"/>
          <ac:spMkLst>
            <pc:docMk/>
            <pc:sldMk cId="1982417771" sldId="421"/>
            <ac:spMk id="32" creationId="{3F24DFFE-9CC8-CD39-11AB-4E4BEDF720C1}"/>
          </ac:spMkLst>
        </pc:spChg>
        <pc:spChg chg="add mod">
          <ac:chgData name="ADEPU KARTHIK" userId="d9ea80ded3626c97" providerId="LiveId" clId="{7A737785-BD3C-471A-9624-22FCAB72AF1E}" dt="2024-01-18T06:20:42.783" v="584" actId="14100"/>
          <ac:spMkLst>
            <pc:docMk/>
            <pc:sldMk cId="1982417771" sldId="421"/>
            <ac:spMk id="52" creationId="{3D8B7FD8-DACB-1525-8368-2110AF2C6A99}"/>
          </ac:spMkLst>
        </pc:spChg>
        <pc:spChg chg="add mod">
          <ac:chgData name="ADEPU KARTHIK" userId="d9ea80ded3626c97" providerId="LiveId" clId="{7A737785-BD3C-471A-9624-22FCAB72AF1E}" dt="2024-01-18T06:21:01.780" v="597" actId="14100"/>
          <ac:spMkLst>
            <pc:docMk/>
            <pc:sldMk cId="1982417771" sldId="421"/>
            <ac:spMk id="53" creationId="{F6277EFB-79E5-C8D4-F2B3-27D8A9DB671E}"/>
          </ac:spMkLst>
        </pc:spChg>
        <pc:spChg chg="add mod">
          <ac:chgData name="ADEPU KARTHIK" userId="d9ea80ded3626c97" providerId="LiveId" clId="{7A737785-BD3C-471A-9624-22FCAB72AF1E}" dt="2024-01-18T06:21:10.304" v="599" actId="1076"/>
          <ac:spMkLst>
            <pc:docMk/>
            <pc:sldMk cId="1982417771" sldId="421"/>
            <ac:spMk id="54" creationId="{F45A210A-2915-FACF-0716-0BF5020D5D87}"/>
          </ac:spMkLst>
        </pc:spChg>
        <pc:spChg chg="add mod">
          <ac:chgData name="ADEPU KARTHIK" userId="d9ea80ded3626c97" providerId="LiveId" clId="{7A737785-BD3C-471A-9624-22FCAB72AF1E}" dt="2024-01-18T06:21:25.179" v="601" actId="1076"/>
          <ac:spMkLst>
            <pc:docMk/>
            <pc:sldMk cId="1982417771" sldId="421"/>
            <ac:spMk id="55" creationId="{EB7F74D0-E923-436A-CA81-4F718656FFA0}"/>
          </ac:spMkLst>
        </pc:spChg>
        <pc:picChg chg="add mod">
          <ac:chgData name="ADEPU KARTHIK" userId="d9ea80ded3626c97" providerId="LiveId" clId="{7A737785-BD3C-471A-9624-22FCAB72AF1E}" dt="2024-01-18T05:13:22.884" v="297" actId="1076"/>
          <ac:picMkLst>
            <pc:docMk/>
            <pc:sldMk cId="1982417771" sldId="421"/>
            <ac:picMk id="4" creationId="{139335C5-D511-8A79-23CA-F1E67D085BA2}"/>
          </ac:picMkLst>
        </pc:picChg>
        <pc:picChg chg="add mod">
          <ac:chgData name="ADEPU KARTHIK" userId="d9ea80ded3626c97" providerId="LiveId" clId="{7A737785-BD3C-471A-9624-22FCAB72AF1E}" dt="2024-01-17T17:00:00.419" v="295" actId="1076"/>
          <ac:picMkLst>
            <pc:docMk/>
            <pc:sldMk cId="1982417771" sldId="421"/>
            <ac:picMk id="6" creationId="{8CD55035-AC68-68A4-BCD4-65B76AC0D4E8}"/>
          </ac:picMkLst>
        </pc:picChg>
        <pc:picChg chg="add mod">
          <ac:chgData name="ADEPU KARTHIK" userId="d9ea80ded3626c97" providerId="LiveId" clId="{7A737785-BD3C-471A-9624-22FCAB72AF1E}" dt="2024-01-18T05:21:13.925" v="302" actId="1076"/>
          <ac:picMkLst>
            <pc:docMk/>
            <pc:sldMk cId="1982417771" sldId="421"/>
            <ac:picMk id="9" creationId="{BC0DB4C8-830F-D53F-3F7E-C36B77C60839}"/>
          </ac:picMkLst>
        </pc:picChg>
        <pc:picChg chg="add mod">
          <ac:chgData name="ADEPU KARTHIK" userId="d9ea80ded3626c97" providerId="LiveId" clId="{7A737785-BD3C-471A-9624-22FCAB72AF1E}" dt="2024-01-18T06:18:24.906" v="548" actId="1076"/>
          <ac:picMkLst>
            <pc:docMk/>
            <pc:sldMk cId="1982417771" sldId="421"/>
            <ac:picMk id="34" creationId="{E72CAEFF-7CF3-43B5-F01A-4A6A19ACA665}"/>
          </ac:picMkLst>
        </pc:picChg>
        <pc:picChg chg="add mod">
          <ac:chgData name="ADEPU KARTHIK" userId="d9ea80ded3626c97" providerId="LiveId" clId="{7A737785-BD3C-471A-9624-22FCAB72AF1E}" dt="2024-01-18T06:18:38.690" v="552" actId="1076"/>
          <ac:picMkLst>
            <pc:docMk/>
            <pc:sldMk cId="1982417771" sldId="421"/>
            <ac:picMk id="35" creationId="{E61FCB1E-57AB-C485-B9C3-F13EEDCA7DA6}"/>
          </ac:picMkLst>
        </pc:picChg>
        <pc:cxnChg chg="add mod">
          <ac:chgData name="ADEPU KARTHIK" userId="d9ea80ded3626c97" providerId="LiveId" clId="{7A737785-BD3C-471A-9624-22FCAB72AF1E}" dt="2024-01-18T05:13:43.084" v="300" actId="13822"/>
          <ac:cxnSpMkLst>
            <pc:docMk/>
            <pc:sldMk cId="1982417771" sldId="421"/>
            <ac:cxnSpMk id="7" creationId="{D2885924-728C-D1ED-6534-F25968F57650}"/>
          </ac:cxnSpMkLst>
        </pc:cxnChg>
        <pc:cxnChg chg="add mod">
          <ac:chgData name="ADEPU KARTHIK" userId="d9ea80ded3626c97" providerId="LiveId" clId="{7A737785-BD3C-471A-9624-22FCAB72AF1E}" dt="2024-01-18T05:35:40.674" v="305" actId="1076"/>
          <ac:cxnSpMkLst>
            <pc:docMk/>
            <pc:sldMk cId="1982417771" sldId="421"/>
            <ac:cxnSpMk id="11" creationId="{0FCCBBDF-CC38-B015-CDA4-4A9F81DEE744}"/>
          </ac:cxnSpMkLst>
        </pc:cxnChg>
        <pc:cxnChg chg="add mod">
          <ac:chgData name="ADEPU KARTHIK" userId="d9ea80ded3626c97" providerId="LiveId" clId="{7A737785-BD3C-471A-9624-22FCAB72AF1E}" dt="2024-01-18T05:46:50.195" v="445" actId="1076"/>
          <ac:cxnSpMkLst>
            <pc:docMk/>
            <pc:sldMk cId="1982417771" sldId="421"/>
            <ac:cxnSpMk id="18" creationId="{4D30D902-2E23-172B-CFB9-D8933A836C53}"/>
          </ac:cxnSpMkLst>
        </pc:cxnChg>
        <pc:cxnChg chg="add mod">
          <ac:chgData name="ADEPU KARTHIK" userId="d9ea80ded3626c97" providerId="LiveId" clId="{7A737785-BD3C-471A-9624-22FCAB72AF1E}" dt="2024-01-18T05:46:32.932" v="441" actId="13822"/>
          <ac:cxnSpMkLst>
            <pc:docMk/>
            <pc:sldMk cId="1982417771" sldId="421"/>
            <ac:cxnSpMk id="20" creationId="{444AF5FA-AC3A-F243-03C9-BB9AF0FBE633}"/>
          </ac:cxnSpMkLst>
        </pc:cxnChg>
        <pc:cxnChg chg="add mod">
          <ac:chgData name="ADEPU KARTHIK" userId="d9ea80ded3626c97" providerId="LiveId" clId="{7A737785-BD3C-471A-9624-22FCAB72AF1E}" dt="2024-01-18T05:46:45.466" v="443" actId="13822"/>
          <ac:cxnSpMkLst>
            <pc:docMk/>
            <pc:sldMk cId="1982417771" sldId="421"/>
            <ac:cxnSpMk id="22" creationId="{F30C66E5-2222-8DC1-DAD1-2BBA2285D1E1}"/>
          </ac:cxnSpMkLst>
        </pc:cxnChg>
        <pc:cxnChg chg="add mod">
          <ac:chgData name="ADEPU KARTHIK" userId="d9ea80ded3626c97" providerId="LiveId" clId="{7A737785-BD3C-471A-9624-22FCAB72AF1E}" dt="2024-01-18T05:47:00.452" v="447" actId="13822"/>
          <ac:cxnSpMkLst>
            <pc:docMk/>
            <pc:sldMk cId="1982417771" sldId="421"/>
            <ac:cxnSpMk id="24" creationId="{2E743936-5601-95F6-0435-01EF3F0DE65E}"/>
          </ac:cxnSpMkLst>
        </pc:cxnChg>
        <pc:cxnChg chg="add mod">
          <ac:chgData name="ADEPU KARTHIK" userId="d9ea80ded3626c97" providerId="LiveId" clId="{7A737785-BD3C-471A-9624-22FCAB72AF1E}" dt="2024-01-18T05:47:11.643" v="449" actId="13822"/>
          <ac:cxnSpMkLst>
            <pc:docMk/>
            <pc:sldMk cId="1982417771" sldId="421"/>
            <ac:cxnSpMk id="26" creationId="{B5BC529A-039E-8908-4542-A033EF869E80}"/>
          </ac:cxnSpMkLst>
        </pc:cxnChg>
        <pc:cxnChg chg="add mod">
          <ac:chgData name="ADEPU KARTHIK" userId="d9ea80ded3626c97" providerId="LiveId" clId="{7A737785-BD3C-471A-9624-22FCAB72AF1E}" dt="2024-01-18T05:47:21.966" v="451" actId="13822"/>
          <ac:cxnSpMkLst>
            <pc:docMk/>
            <pc:sldMk cId="1982417771" sldId="421"/>
            <ac:cxnSpMk id="28" creationId="{FD1CD01B-3281-F623-EF35-4C660AE2EEA8}"/>
          </ac:cxnSpMkLst>
        </pc:cxnChg>
        <pc:cxnChg chg="add mod">
          <ac:chgData name="ADEPU KARTHIK" userId="d9ea80ded3626c97" providerId="LiveId" clId="{7A737785-BD3C-471A-9624-22FCAB72AF1E}" dt="2024-01-18T06:18:56.057" v="555" actId="1076"/>
          <ac:cxnSpMkLst>
            <pc:docMk/>
            <pc:sldMk cId="1982417771" sldId="421"/>
            <ac:cxnSpMk id="36" creationId="{41AED7CF-3D95-30D9-CE62-7FE8EAB938E0}"/>
          </ac:cxnSpMkLst>
        </pc:cxnChg>
        <pc:cxnChg chg="add mod">
          <ac:chgData name="ADEPU KARTHIK" userId="d9ea80ded3626c97" providerId="LiveId" clId="{7A737785-BD3C-471A-9624-22FCAB72AF1E}" dt="2024-01-18T06:19:15.773" v="561" actId="14100"/>
          <ac:cxnSpMkLst>
            <pc:docMk/>
            <pc:sldMk cId="1982417771" sldId="421"/>
            <ac:cxnSpMk id="38" creationId="{A5B9D895-6DA7-B8AE-D10F-1DEE8D2D2305}"/>
          </ac:cxnSpMkLst>
        </pc:cxnChg>
        <pc:cxnChg chg="add mod">
          <ac:chgData name="ADEPU KARTHIK" userId="d9ea80ded3626c97" providerId="LiveId" clId="{7A737785-BD3C-471A-9624-22FCAB72AF1E}" dt="2024-01-18T06:19:19.655" v="562"/>
          <ac:cxnSpMkLst>
            <pc:docMk/>
            <pc:sldMk cId="1982417771" sldId="421"/>
            <ac:cxnSpMk id="41" creationId="{2B087899-DB6D-EBAD-2DAE-9E80887BE26C}"/>
          </ac:cxnSpMkLst>
        </pc:cxnChg>
        <pc:cxnChg chg="add mod">
          <ac:chgData name="ADEPU KARTHIK" userId="d9ea80ded3626c97" providerId="LiveId" clId="{7A737785-BD3C-471A-9624-22FCAB72AF1E}" dt="2024-01-18T06:21:41.545" v="603" actId="14100"/>
          <ac:cxnSpMkLst>
            <pc:docMk/>
            <pc:sldMk cId="1982417771" sldId="421"/>
            <ac:cxnSpMk id="43" creationId="{1E7700D5-7C69-18A3-B67A-F1F273E19759}"/>
          </ac:cxnSpMkLst>
        </pc:cxnChg>
        <pc:cxnChg chg="add mod">
          <ac:chgData name="ADEPU KARTHIK" userId="d9ea80ded3626c97" providerId="LiveId" clId="{7A737785-BD3C-471A-9624-22FCAB72AF1E}" dt="2024-01-18T06:19:49.106" v="568" actId="14100"/>
          <ac:cxnSpMkLst>
            <pc:docMk/>
            <pc:sldMk cId="1982417771" sldId="421"/>
            <ac:cxnSpMk id="44" creationId="{7524A5FE-A1CE-8EF7-7E3E-FA6F2D837E7D}"/>
          </ac:cxnSpMkLst>
        </pc:cxnChg>
        <pc:cxnChg chg="add mod">
          <ac:chgData name="ADEPU KARTHIK" userId="d9ea80ded3626c97" providerId="LiveId" clId="{7A737785-BD3C-471A-9624-22FCAB72AF1E}" dt="2024-01-18T06:19:58.542" v="571" actId="14100"/>
          <ac:cxnSpMkLst>
            <pc:docMk/>
            <pc:sldMk cId="1982417771" sldId="421"/>
            <ac:cxnSpMk id="46" creationId="{757E0A32-C6E6-43B1-92C8-34C7AECF4A5F}"/>
          </ac:cxnSpMkLst>
        </pc:cxnChg>
        <pc:cxnChg chg="add mod">
          <ac:chgData name="ADEPU KARTHIK" userId="d9ea80ded3626c97" providerId="LiveId" clId="{7A737785-BD3C-471A-9624-22FCAB72AF1E}" dt="2024-01-18T06:20:13.576" v="575" actId="14100"/>
          <ac:cxnSpMkLst>
            <pc:docMk/>
            <pc:sldMk cId="1982417771" sldId="421"/>
            <ac:cxnSpMk id="48" creationId="{8E9692E8-7EAC-7614-03B2-4F6A268972BD}"/>
          </ac:cxnSpMkLst>
        </pc:cxnChg>
        <pc:cxnChg chg="add mod">
          <ac:chgData name="ADEPU KARTHIK" userId="d9ea80ded3626c97" providerId="LiveId" clId="{7A737785-BD3C-471A-9624-22FCAB72AF1E}" dt="2024-01-18T06:20:20.028" v="577" actId="1076"/>
          <ac:cxnSpMkLst>
            <pc:docMk/>
            <pc:sldMk cId="1982417771" sldId="421"/>
            <ac:cxnSpMk id="51" creationId="{57C1FF7E-41B4-5231-A458-925241C1CA12}"/>
          </ac:cxnSpMkLst>
        </pc:cxnChg>
      </pc:sldChg>
      <pc:sldChg chg="addSp delSp modSp new del mod">
        <pc:chgData name="ADEPU KARTHIK" userId="d9ea80ded3626c97" providerId="LiveId" clId="{7A737785-BD3C-471A-9624-22FCAB72AF1E}" dt="2024-01-17T16:58:55.666" v="285" actId="680"/>
        <pc:sldMkLst>
          <pc:docMk/>
          <pc:sldMk cId="3941155324" sldId="421"/>
        </pc:sldMkLst>
        <pc:spChg chg="add del mod">
          <ac:chgData name="ADEPU KARTHIK" userId="d9ea80ded3626c97" providerId="LiveId" clId="{7A737785-BD3C-471A-9624-22FCAB72AF1E}" dt="2024-01-17T16:58:51.501" v="284" actId="47"/>
          <ac:spMkLst>
            <pc:docMk/>
            <pc:sldMk cId="3941155324" sldId="421"/>
            <ac:spMk id="2" creationId="{61500BFB-FFB8-B32E-CE34-A1F8DED53E4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4" name="PlaceHolder 1"/>
          <p:cNvSpPr>
            <a:spLocks noGrp="1"/>
          </p:cNvSpPr>
          <p:nvPr>
            <p:ph type="body"/>
          </p:nvPr>
        </p:nvSpPr>
        <p:spPr>
          <a:xfrm>
            <a:off x="756000" y="5078520"/>
            <a:ext cx="6047640" cy="4811040"/>
          </a:xfrm>
          <a:prstGeom prst="rect">
            <a:avLst/>
          </a:prstGeom>
        </p:spPr>
        <p:txBody>
          <a:bodyPr wrap="none" lIns="0" tIns="0" rIns="0" bIns="0"/>
          <a:lstStyle/>
          <a:p>
            <a:r>
              <a:rPr lang="en-IN"/>
              <a:t>Click to edit the notes format</a:t>
            </a:r>
          </a:p>
        </p:txBody>
      </p:sp>
      <p:sp>
        <p:nvSpPr>
          <p:cNvPr id="35" name="PlaceHolder 2"/>
          <p:cNvSpPr>
            <a:spLocks noGrp="1"/>
          </p:cNvSpPr>
          <p:nvPr>
            <p:ph type="hdr"/>
          </p:nvPr>
        </p:nvSpPr>
        <p:spPr>
          <a:xfrm>
            <a:off x="0" y="0"/>
            <a:ext cx="3280320" cy="534240"/>
          </a:xfrm>
          <a:prstGeom prst="rect">
            <a:avLst/>
          </a:prstGeom>
        </p:spPr>
        <p:txBody>
          <a:bodyPr wrap="none" lIns="0" tIns="0" rIns="0" bIns="0"/>
          <a:lstStyle/>
          <a:p>
            <a:r>
              <a:rPr lang="en-IN"/>
              <a:t>&lt;header&gt;</a:t>
            </a:r>
          </a:p>
        </p:txBody>
      </p:sp>
      <p:sp>
        <p:nvSpPr>
          <p:cNvPr id="36" name="PlaceHolder 3"/>
          <p:cNvSpPr>
            <a:spLocks noGrp="1"/>
          </p:cNvSpPr>
          <p:nvPr>
            <p:ph type="dt"/>
          </p:nvPr>
        </p:nvSpPr>
        <p:spPr>
          <a:xfrm>
            <a:off x="4279320" y="0"/>
            <a:ext cx="3280320" cy="534240"/>
          </a:xfrm>
          <a:prstGeom prst="rect">
            <a:avLst/>
          </a:prstGeom>
        </p:spPr>
        <p:txBody>
          <a:bodyPr wrap="none" lIns="0" tIns="0" rIns="0" bIns="0"/>
          <a:lstStyle/>
          <a:p>
            <a:pPr algn="r"/>
            <a:r>
              <a:rPr lang="en-IN"/>
              <a:t>&lt;date/time&gt;</a:t>
            </a:r>
          </a:p>
        </p:txBody>
      </p:sp>
      <p:sp>
        <p:nvSpPr>
          <p:cNvPr id="37" name="PlaceHolder 4"/>
          <p:cNvSpPr>
            <a:spLocks noGrp="1"/>
          </p:cNvSpPr>
          <p:nvPr>
            <p:ph type="ftr"/>
          </p:nvPr>
        </p:nvSpPr>
        <p:spPr>
          <a:xfrm>
            <a:off x="0" y="10157400"/>
            <a:ext cx="3280320" cy="534240"/>
          </a:xfrm>
          <a:prstGeom prst="rect">
            <a:avLst/>
          </a:prstGeom>
        </p:spPr>
        <p:txBody>
          <a:bodyPr wrap="none" lIns="0" tIns="0" rIns="0" bIns="0" anchor="b"/>
          <a:lstStyle/>
          <a:p>
            <a:r>
              <a:rPr lang="en-IN"/>
              <a:t>&lt;footer&gt;</a:t>
            </a:r>
          </a:p>
        </p:txBody>
      </p:sp>
      <p:sp>
        <p:nvSpPr>
          <p:cNvPr id="38" name="PlaceHolder 5"/>
          <p:cNvSpPr>
            <a:spLocks noGrp="1"/>
          </p:cNvSpPr>
          <p:nvPr>
            <p:ph type="sldNum"/>
          </p:nvPr>
        </p:nvSpPr>
        <p:spPr>
          <a:xfrm>
            <a:off x="4279320" y="10157400"/>
            <a:ext cx="3280320" cy="534240"/>
          </a:xfrm>
          <a:prstGeom prst="rect">
            <a:avLst/>
          </a:prstGeom>
        </p:spPr>
        <p:txBody>
          <a:bodyPr wrap="none" lIns="0" tIns="0" rIns="0" bIns="0" anchor="b"/>
          <a:lstStyle/>
          <a:p>
            <a:pPr algn="r"/>
            <a:fld id="{51811100-C181-4161-81E1-C1B1D191B141}" type="slidenum">
              <a:rPr lang="en-IN"/>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49" name="CustomShape 2"/>
          <p:cNvSpPr/>
          <p:nvPr/>
        </p:nvSpPr>
        <p:spPr>
          <a:xfrm>
            <a:off x="0" y="0"/>
            <a:ext cx="11796480" cy="11796480"/>
          </a:xfrm>
          <a:prstGeom prst="rect">
            <a:avLst/>
          </a:prstGeom>
        </p:spPr>
        <p:txBody>
          <a:bodyPr lIns="90000" tIns="45000" rIns="90000" bIns="45000"/>
          <a:lstStyle/>
          <a:p>
            <a:pPr marL="0" marR="0" lvl="0" indent="0" algn="l" defTabSz="914400" rtl="0" eaLnBrk="1" fontAlgn="auto" latinLnBrk="0" hangingPunct="1">
              <a:lnSpc>
                <a:spcPct val="100000"/>
              </a:lnSpc>
              <a:spcBef>
                <a:spcPts val="0"/>
              </a:spcBef>
              <a:spcAft>
                <a:spcPts val="0"/>
              </a:spcAft>
              <a:buClrTx/>
              <a:buSzTx/>
              <a:buFontTx/>
              <a:buNone/>
              <a:tabLst/>
              <a:defRPr/>
            </a:pPr>
            <a:fld id="{11216171-A131-4111-8101-11D1D10191D1}" type="slidenum">
              <a:rPr kumimoji="0" lang="en-IN" sz="1800" b="0" i="0" u="none" strike="noStrike" kern="1200" cap="none" spc="0" normalizeH="0" baseline="0" noProof="0">
                <a:ln>
                  <a:noFill/>
                </a:ln>
                <a:solidFill>
                  <a:srgbClr val="000000"/>
                </a:solidFill>
                <a:effectLst/>
                <a:uLnTx/>
                <a:uFillTx/>
                <a:latin typeface="Arial"/>
                <a:ea typeface="+mn-ea"/>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sz="1800" b="0" i="0" u="none" strike="noStrike" kern="1200" cap="none" spc="0" normalizeH="0" baseline="0" noProof="0">
              <a:ln>
                <a:noFill/>
              </a:ln>
              <a:solidFill>
                <a:prstClr val="black"/>
              </a:solidFill>
              <a:effectLst/>
              <a:uLnTx/>
              <a:uFillTx/>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71" name="CustomShape 2"/>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t>3</a:t>
            </a:fld>
            <a:endParaRPr lang="en-IN">
              <a:solidFill>
                <a:srgbClr val="000000"/>
              </a:solidFill>
              <a:latin typeface="+mn-lt"/>
              <a:ea typeface="+mn-ea"/>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1" name="CustomShape 2"/>
          <p:cNvSpPr/>
          <p:nvPr/>
        </p:nvSpPr>
        <p:spPr>
          <a:xfrm>
            <a:off x="0" y="0"/>
            <a:ext cx="11796480" cy="11796480"/>
          </a:xfrm>
          <a:prstGeom prst="rect">
            <a:avLst/>
          </a:prstGeom>
        </p:spPr>
        <p:txBody>
          <a:bodyPr lIns="90000" tIns="45000" rIns="90000" bIns="45000"/>
          <a:lstStyle/>
          <a:p>
            <a:pPr>
              <a:lnSpc>
                <a:spcPct val="100000"/>
              </a:lnSpc>
            </a:pPr>
            <a:fld id="{111131C1-D111-41A1-81D1-3111B1E131A1}" type="slidenum">
              <a:rPr lang="en-IN">
                <a:solidFill>
                  <a:srgbClr val="000000"/>
                </a:solidFill>
                <a:latin typeface="+mn-lt"/>
                <a:ea typeface="+mn-ea"/>
              </a:rPr>
              <a:t>5</a:t>
            </a:fld>
            <a:endParaRPr lang="en-IN">
              <a:solidFill>
                <a:srgbClr val="000000"/>
              </a:solidFill>
              <a:latin typeface="+mn-lt"/>
              <a:ea typeface="+mn-ea"/>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3" name="CustomShape 2"/>
          <p:cNvSpPr/>
          <p:nvPr/>
        </p:nvSpPr>
        <p:spPr>
          <a:xfrm>
            <a:off x="0" y="0"/>
            <a:ext cx="11796480" cy="11796480"/>
          </a:xfrm>
          <a:prstGeom prst="rect">
            <a:avLst/>
          </a:prstGeom>
        </p:spPr>
        <p:txBody>
          <a:bodyPr lIns="90000" tIns="45000" rIns="90000" bIns="45000"/>
          <a:lstStyle/>
          <a:p>
            <a:pPr>
              <a:lnSpc>
                <a:spcPct val="100000"/>
              </a:lnSpc>
            </a:pPr>
            <a:fld id="{D19121C1-21D1-4161-B1F1-C141D1918151}" type="slidenum">
              <a:rPr lang="en-IN">
                <a:solidFill>
                  <a:srgbClr val="000000"/>
                </a:solidFill>
                <a:latin typeface="+mn-lt"/>
                <a:ea typeface="+mn-ea"/>
              </a:rPr>
              <a:t>6</a:t>
            </a:fld>
            <a:endParaRPr lang="en-IN">
              <a:solidFill>
                <a:srgbClr val="000000"/>
              </a:solidFill>
              <a:latin typeface="+mn-lt"/>
              <a:ea typeface="+mn-e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1" name="CustomShape 2"/>
          <p:cNvSpPr/>
          <p:nvPr/>
        </p:nvSpPr>
        <p:spPr>
          <a:xfrm>
            <a:off x="0" y="0"/>
            <a:ext cx="11796480" cy="11796480"/>
          </a:xfrm>
          <a:prstGeom prst="rect">
            <a:avLst/>
          </a:prstGeom>
        </p:spPr>
        <p:txBody>
          <a:bodyPr lIns="90000" tIns="45000" rIns="90000" bIns="45000"/>
          <a:lstStyle/>
          <a:p>
            <a:pPr>
              <a:lnSpc>
                <a:spcPct val="100000"/>
              </a:lnSpc>
            </a:pPr>
            <a:fld id="{111131C1-D111-41A1-81D1-3111B1E131A1}" type="slidenum">
              <a:rPr lang="en-IN">
                <a:solidFill>
                  <a:srgbClr val="000000"/>
                </a:solidFill>
                <a:latin typeface="+mn-lt"/>
                <a:ea typeface="+mn-ea"/>
              </a:rPr>
              <a:t>7</a:t>
            </a:fld>
            <a:endParaRPr lang="en-IN">
              <a:solidFill>
                <a:srgbClr val="000000"/>
              </a:solidFill>
              <a:latin typeface="+mn-lt"/>
              <a:ea typeface="+mn-ea"/>
            </a:endParaRPr>
          </a:p>
        </p:txBody>
      </p:sp>
    </p:spTree>
    <p:extLst>
      <p:ext uri="{BB962C8B-B14F-4D97-AF65-F5344CB8AC3E}">
        <p14:creationId xmlns:p14="http://schemas.microsoft.com/office/powerpoint/2010/main" val="12838720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3" name="CustomShape 2"/>
          <p:cNvSpPr/>
          <p:nvPr/>
        </p:nvSpPr>
        <p:spPr>
          <a:xfrm>
            <a:off x="0" y="0"/>
            <a:ext cx="11796480" cy="11796480"/>
          </a:xfrm>
          <a:prstGeom prst="rect">
            <a:avLst/>
          </a:prstGeom>
        </p:spPr>
        <p:txBody>
          <a:bodyPr lIns="90000" tIns="45000" rIns="90000" bIns="45000"/>
          <a:lstStyle/>
          <a:p>
            <a:pPr>
              <a:lnSpc>
                <a:spcPct val="100000"/>
              </a:lnSpc>
            </a:pPr>
            <a:fld id="{D19121C1-21D1-4161-B1F1-C141D1918151}" type="slidenum">
              <a:rPr lang="en-IN">
                <a:solidFill>
                  <a:srgbClr val="000000"/>
                </a:solidFill>
                <a:latin typeface="+mn-lt"/>
                <a:ea typeface="+mn-ea"/>
              </a:rPr>
              <a:t>8</a:t>
            </a:fld>
            <a:endParaRPr lang="en-IN">
              <a:solidFill>
                <a:srgbClr val="000000"/>
              </a:solidFill>
              <a:latin typeface="+mn-lt"/>
              <a:ea typeface="+mn-ea"/>
            </a:endParaRPr>
          </a:p>
        </p:txBody>
      </p:sp>
    </p:spTree>
    <p:extLst>
      <p:ext uri="{BB962C8B-B14F-4D97-AF65-F5344CB8AC3E}">
        <p14:creationId xmlns:p14="http://schemas.microsoft.com/office/powerpoint/2010/main" val="14805415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1" name="CustomShape 2"/>
          <p:cNvSpPr/>
          <p:nvPr/>
        </p:nvSpPr>
        <p:spPr>
          <a:xfrm>
            <a:off x="0" y="0"/>
            <a:ext cx="11796480" cy="11796480"/>
          </a:xfrm>
          <a:prstGeom prst="rect">
            <a:avLst/>
          </a:prstGeom>
        </p:spPr>
        <p:txBody>
          <a:bodyPr lIns="90000" tIns="45000" rIns="90000" bIns="45000"/>
          <a:lstStyle/>
          <a:p>
            <a:pPr>
              <a:lnSpc>
                <a:spcPct val="100000"/>
              </a:lnSpc>
            </a:pPr>
            <a:fld id="{111131C1-D111-41A1-81D1-3111B1E131A1}" type="slidenum">
              <a:rPr lang="en-IN">
                <a:solidFill>
                  <a:srgbClr val="000000"/>
                </a:solidFill>
                <a:latin typeface="+mn-lt"/>
                <a:ea typeface="+mn-ea"/>
              </a:rPr>
              <a:t>9</a:t>
            </a:fld>
            <a:endParaRPr lang="en-IN">
              <a:solidFill>
                <a:srgbClr val="000000"/>
              </a:solidFill>
              <a:latin typeface="+mn-lt"/>
              <a:ea typeface="+mn-ea"/>
            </a:endParaRPr>
          </a:p>
        </p:txBody>
      </p:sp>
    </p:spTree>
    <p:extLst>
      <p:ext uri="{BB962C8B-B14F-4D97-AF65-F5344CB8AC3E}">
        <p14:creationId xmlns:p14="http://schemas.microsoft.com/office/powerpoint/2010/main" val="23825685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3" name="CustomShape 2"/>
          <p:cNvSpPr/>
          <p:nvPr/>
        </p:nvSpPr>
        <p:spPr>
          <a:xfrm>
            <a:off x="0" y="0"/>
            <a:ext cx="11796480" cy="11796480"/>
          </a:xfrm>
          <a:prstGeom prst="rect">
            <a:avLst/>
          </a:prstGeom>
        </p:spPr>
        <p:txBody>
          <a:bodyPr lIns="90000" tIns="45000" rIns="90000" bIns="45000"/>
          <a:lstStyle/>
          <a:p>
            <a:pPr>
              <a:lnSpc>
                <a:spcPct val="100000"/>
              </a:lnSpc>
            </a:pPr>
            <a:fld id="{D19121C1-21D1-4161-B1F1-C141D1918151}" type="slidenum">
              <a:rPr lang="en-IN">
                <a:solidFill>
                  <a:srgbClr val="000000"/>
                </a:solidFill>
                <a:latin typeface="+mn-lt"/>
                <a:ea typeface="+mn-ea"/>
              </a:rPr>
              <a:t>10</a:t>
            </a:fld>
            <a:endParaRPr lang="en-IN">
              <a:solidFill>
                <a:srgbClr val="000000"/>
              </a:solidFill>
              <a:latin typeface="+mn-lt"/>
              <a:ea typeface="+mn-ea"/>
            </a:endParaRPr>
          </a:p>
        </p:txBody>
      </p:sp>
    </p:spTree>
    <p:extLst>
      <p:ext uri="{BB962C8B-B14F-4D97-AF65-F5344CB8AC3E}">
        <p14:creationId xmlns:p14="http://schemas.microsoft.com/office/powerpoint/2010/main" val="18225033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1" name="CustomShape 2"/>
          <p:cNvSpPr/>
          <p:nvPr/>
        </p:nvSpPr>
        <p:spPr>
          <a:xfrm>
            <a:off x="0" y="0"/>
            <a:ext cx="11796480" cy="11796480"/>
          </a:xfrm>
          <a:prstGeom prst="rect">
            <a:avLst/>
          </a:prstGeom>
        </p:spPr>
        <p:txBody>
          <a:bodyPr lIns="90000" tIns="45000" rIns="90000" bIns="45000"/>
          <a:lstStyle/>
          <a:p>
            <a:pPr>
              <a:lnSpc>
                <a:spcPct val="100000"/>
              </a:lnSpc>
            </a:pPr>
            <a:fld id="{111131C1-D111-41A1-81D1-3111B1E131A1}" type="slidenum">
              <a:rPr lang="en-IN">
                <a:solidFill>
                  <a:srgbClr val="000000"/>
                </a:solidFill>
                <a:latin typeface="+mn-lt"/>
                <a:ea typeface="+mn-ea"/>
              </a:rPr>
              <a:t>11</a:t>
            </a:fld>
            <a:endParaRPr lang="en-IN">
              <a:solidFill>
                <a:srgbClr val="000000"/>
              </a:solidFill>
              <a:latin typeface="+mn-lt"/>
              <a:ea typeface="+mn-ea"/>
            </a:endParaRPr>
          </a:p>
        </p:txBody>
      </p:sp>
    </p:spTree>
    <p:extLst>
      <p:ext uri="{BB962C8B-B14F-4D97-AF65-F5344CB8AC3E}">
        <p14:creationId xmlns:p14="http://schemas.microsoft.com/office/powerpoint/2010/main" val="17645867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3" name="CustomShape 2"/>
          <p:cNvSpPr/>
          <p:nvPr/>
        </p:nvSpPr>
        <p:spPr>
          <a:xfrm>
            <a:off x="0" y="0"/>
            <a:ext cx="11796480" cy="11796480"/>
          </a:xfrm>
          <a:prstGeom prst="rect">
            <a:avLst/>
          </a:prstGeom>
        </p:spPr>
        <p:txBody>
          <a:bodyPr lIns="90000" tIns="45000" rIns="90000" bIns="45000"/>
          <a:lstStyle/>
          <a:p>
            <a:pPr>
              <a:lnSpc>
                <a:spcPct val="100000"/>
              </a:lnSpc>
            </a:pPr>
            <a:fld id="{D19121C1-21D1-4161-B1F1-C141D1918151}" type="slidenum">
              <a:rPr lang="en-IN">
                <a:solidFill>
                  <a:srgbClr val="000000"/>
                </a:solidFill>
                <a:latin typeface="+mn-lt"/>
                <a:ea typeface="+mn-ea"/>
              </a:rPr>
              <a:t>12</a:t>
            </a:fld>
            <a:endParaRPr lang="en-IN">
              <a:solidFill>
                <a:srgbClr val="000000"/>
              </a:solidFill>
              <a:latin typeface="+mn-lt"/>
              <a:ea typeface="+mn-ea"/>
            </a:endParaRPr>
          </a:p>
        </p:txBody>
      </p:sp>
    </p:spTree>
    <p:extLst>
      <p:ext uri="{BB962C8B-B14F-4D97-AF65-F5344CB8AC3E}">
        <p14:creationId xmlns:p14="http://schemas.microsoft.com/office/powerpoint/2010/main" val="14876049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1" name="CustomShape 2"/>
          <p:cNvSpPr/>
          <p:nvPr/>
        </p:nvSpPr>
        <p:spPr>
          <a:xfrm>
            <a:off x="0" y="0"/>
            <a:ext cx="11796480" cy="11796480"/>
          </a:xfrm>
          <a:prstGeom prst="rect">
            <a:avLst/>
          </a:prstGeom>
        </p:spPr>
        <p:txBody>
          <a:bodyPr lIns="90000" tIns="45000" rIns="90000" bIns="45000"/>
          <a:lstStyle/>
          <a:p>
            <a:pPr>
              <a:lnSpc>
                <a:spcPct val="100000"/>
              </a:lnSpc>
            </a:pPr>
            <a:fld id="{111131C1-D111-41A1-81D1-3111B1E131A1}" type="slidenum">
              <a:rPr lang="en-IN">
                <a:solidFill>
                  <a:srgbClr val="000000"/>
                </a:solidFill>
                <a:latin typeface="+mn-lt"/>
                <a:ea typeface="+mn-ea"/>
              </a:rPr>
              <a:t>13</a:t>
            </a:fld>
            <a:endParaRPr lang="en-IN">
              <a:solidFill>
                <a:srgbClr val="000000"/>
              </a:solidFill>
              <a:latin typeface="+mn-lt"/>
              <a:ea typeface="+mn-ea"/>
            </a:endParaRPr>
          </a:p>
        </p:txBody>
      </p:sp>
    </p:spTree>
    <p:extLst>
      <p:ext uri="{BB962C8B-B14F-4D97-AF65-F5344CB8AC3E}">
        <p14:creationId xmlns:p14="http://schemas.microsoft.com/office/powerpoint/2010/main" val="543486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3" name="CustomShape 2"/>
          <p:cNvSpPr/>
          <p:nvPr/>
        </p:nvSpPr>
        <p:spPr>
          <a:xfrm>
            <a:off x="0" y="0"/>
            <a:ext cx="11796480" cy="11796480"/>
          </a:xfrm>
          <a:prstGeom prst="rect">
            <a:avLst/>
          </a:prstGeom>
        </p:spPr>
        <p:txBody>
          <a:bodyPr lIns="90000" tIns="45000" rIns="90000" bIns="45000"/>
          <a:lstStyle/>
          <a:p>
            <a:pPr>
              <a:lnSpc>
                <a:spcPct val="100000"/>
              </a:lnSpc>
            </a:pPr>
            <a:fld id="{D19121C1-21D1-4161-B1F1-C141D1918151}" type="slidenum">
              <a:rPr lang="en-IN">
                <a:solidFill>
                  <a:srgbClr val="000000"/>
                </a:solidFill>
                <a:latin typeface="+mn-lt"/>
                <a:ea typeface="+mn-ea"/>
              </a:rPr>
              <a:t>15</a:t>
            </a:fld>
            <a:endParaRPr lang="en-IN">
              <a:solidFill>
                <a:srgbClr val="000000"/>
              </a:solidFill>
              <a:latin typeface="+mn-lt"/>
              <a:ea typeface="+mn-ea"/>
            </a:endParaRPr>
          </a:p>
        </p:txBody>
      </p:sp>
    </p:spTree>
    <p:extLst>
      <p:ext uri="{BB962C8B-B14F-4D97-AF65-F5344CB8AC3E}">
        <p14:creationId xmlns:p14="http://schemas.microsoft.com/office/powerpoint/2010/main" val="6579974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3" name="CustomShape 2"/>
          <p:cNvSpPr/>
          <p:nvPr/>
        </p:nvSpPr>
        <p:spPr>
          <a:xfrm>
            <a:off x="0" y="0"/>
            <a:ext cx="11796480" cy="11796480"/>
          </a:xfrm>
          <a:prstGeom prst="rect">
            <a:avLst/>
          </a:prstGeom>
        </p:spPr>
        <p:txBody>
          <a:bodyPr lIns="90000" tIns="45000" rIns="90000" bIns="45000"/>
          <a:lstStyle/>
          <a:p>
            <a:pPr>
              <a:lnSpc>
                <a:spcPct val="100000"/>
              </a:lnSpc>
            </a:pPr>
            <a:fld id="{D19121C1-21D1-4161-B1F1-C141D1918151}" type="slidenum">
              <a:rPr lang="en-IN">
                <a:solidFill>
                  <a:srgbClr val="000000"/>
                </a:solidFill>
                <a:latin typeface="+mn-lt"/>
                <a:ea typeface="+mn-ea"/>
              </a:rPr>
              <a:t>21</a:t>
            </a:fld>
            <a:endParaRPr lang="en-IN">
              <a:solidFill>
                <a:srgbClr val="000000"/>
              </a:solidFill>
              <a:latin typeface="+mn-lt"/>
              <a:ea typeface="+mn-ea"/>
            </a:endParaRPr>
          </a:p>
        </p:txBody>
      </p:sp>
    </p:spTree>
    <p:extLst>
      <p:ext uri="{BB962C8B-B14F-4D97-AF65-F5344CB8AC3E}">
        <p14:creationId xmlns:p14="http://schemas.microsoft.com/office/powerpoint/2010/main" val="19270686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3" name="CustomShape 2"/>
          <p:cNvSpPr/>
          <p:nvPr/>
        </p:nvSpPr>
        <p:spPr>
          <a:xfrm>
            <a:off x="0" y="0"/>
            <a:ext cx="11796480" cy="11796480"/>
          </a:xfrm>
          <a:prstGeom prst="rect">
            <a:avLst/>
          </a:prstGeom>
        </p:spPr>
        <p:txBody>
          <a:bodyPr lIns="90000" tIns="45000" rIns="90000" bIns="45000"/>
          <a:lstStyle/>
          <a:p>
            <a:pPr>
              <a:lnSpc>
                <a:spcPct val="100000"/>
              </a:lnSpc>
            </a:pPr>
            <a:fld id="{D19121C1-21D1-4161-B1F1-C141D1918151}" type="slidenum">
              <a:rPr lang="en-IN">
                <a:solidFill>
                  <a:srgbClr val="000000"/>
                </a:solidFill>
                <a:latin typeface="+mn-lt"/>
                <a:ea typeface="+mn-ea"/>
              </a:rPr>
              <a:t>22</a:t>
            </a:fld>
            <a:endParaRPr lang="en-IN">
              <a:solidFill>
                <a:srgbClr val="000000"/>
              </a:solidFill>
              <a:latin typeface="+mn-lt"/>
              <a:ea typeface="+mn-ea"/>
            </a:endParaRPr>
          </a:p>
        </p:txBody>
      </p:sp>
    </p:spTree>
    <p:extLst>
      <p:ext uri="{BB962C8B-B14F-4D97-AF65-F5344CB8AC3E}">
        <p14:creationId xmlns:p14="http://schemas.microsoft.com/office/powerpoint/2010/main" val="26640745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3" name="CustomShape 2"/>
          <p:cNvSpPr/>
          <p:nvPr/>
        </p:nvSpPr>
        <p:spPr>
          <a:xfrm>
            <a:off x="0" y="0"/>
            <a:ext cx="11796480" cy="11796480"/>
          </a:xfrm>
          <a:prstGeom prst="rect">
            <a:avLst/>
          </a:prstGeom>
        </p:spPr>
        <p:txBody>
          <a:bodyPr lIns="90000" tIns="45000" rIns="90000" bIns="45000"/>
          <a:lstStyle/>
          <a:p>
            <a:pPr>
              <a:lnSpc>
                <a:spcPct val="100000"/>
              </a:lnSpc>
            </a:pPr>
            <a:fld id="{D19121C1-21D1-4161-B1F1-C141D1918151}" type="slidenum">
              <a:rPr lang="en-IN">
                <a:solidFill>
                  <a:srgbClr val="000000"/>
                </a:solidFill>
                <a:latin typeface="+mn-lt"/>
                <a:ea typeface="+mn-ea"/>
              </a:rPr>
              <a:t>23</a:t>
            </a:fld>
            <a:endParaRPr lang="en-IN">
              <a:solidFill>
                <a:srgbClr val="000000"/>
              </a:solidFill>
              <a:latin typeface="+mn-lt"/>
              <a:ea typeface="+mn-ea"/>
            </a:endParaRPr>
          </a:p>
        </p:txBody>
      </p:sp>
    </p:spTree>
    <p:extLst>
      <p:ext uri="{BB962C8B-B14F-4D97-AF65-F5344CB8AC3E}">
        <p14:creationId xmlns:p14="http://schemas.microsoft.com/office/powerpoint/2010/main" val="15880283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3" name="CustomShape 2"/>
          <p:cNvSpPr/>
          <p:nvPr/>
        </p:nvSpPr>
        <p:spPr>
          <a:xfrm>
            <a:off x="0" y="0"/>
            <a:ext cx="11796480" cy="11796480"/>
          </a:xfrm>
          <a:prstGeom prst="rect">
            <a:avLst/>
          </a:prstGeom>
        </p:spPr>
        <p:txBody>
          <a:bodyPr lIns="90000" tIns="45000" rIns="90000" bIns="45000"/>
          <a:lstStyle/>
          <a:p>
            <a:pPr>
              <a:lnSpc>
                <a:spcPct val="100000"/>
              </a:lnSpc>
            </a:pPr>
            <a:fld id="{D19121C1-21D1-4161-B1F1-C141D1918151}" type="slidenum">
              <a:rPr lang="en-IN">
                <a:solidFill>
                  <a:srgbClr val="000000"/>
                </a:solidFill>
                <a:latin typeface="+mn-lt"/>
                <a:ea typeface="+mn-ea"/>
              </a:rPr>
              <a:t>24</a:t>
            </a:fld>
            <a:endParaRPr lang="en-IN">
              <a:solidFill>
                <a:srgbClr val="000000"/>
              </a:solidFill>
              <a:latin typeface="+mn-lt"/>
              <a:ea typeface="+mn-ea"/>
            </a:endParaRPr>
          </a:p>
        </p:txBody>
      </p:sp>
    </p:spTree>
    <p:extLst>
      <p:ext uri="{BB962C8B-B14F-4D97-AF65-F5344CB8AC3E}">
        <p14:creationId xmlns:p14="http://schemas.microsoft.com/office/powerpoint/2010/main" val="11685756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3" name="CustomShape 2"/>
          <p:cNvSpPr/>
          <p:nvPr/>
        </p:nvSpPr>
        <p:spPr>
          <a:xfrm>
            <a:off x="0" y="0"/>
            <a:ext cx="11796480" cy="11796480"/>
          </a:xfrm>
          <a:prstGeom prst="rect">
            <a:avLst/>
          </a:prstGeom>
        </p:spPr>
        <p:txBody>
          <a:bodyPr lIns="90000" tIns="45000" rIns="90000" bIns="45000"/>
          <a:lstStyle/>
          <a:p>
            <a:pPr>
              <a:lnSpc>
                <a:spcPct val="100000"/>
              </a:lnSpc>
            </a:pPr>
            <a:fld id="{D19121C1-21D1-4161-B1F1-C141D1918151}" type="slidenum">
              <a:rPr lang="en-IN">
                <a:solidFill>
                  <a:srgbClr val="000000"/>
                </a:solidFill>
                <a:latin typeface="+mn-lt"/>
                <a:ea typeface="+mn-ea"/>
              </a:rPr>
              <a:t>25</a:t>
            </a:fld>
            <a:endParaRPr lang="en-IN">
              <a:solidFill>
                <a:srgbClr val="000000"/>
              </a:solidFill>
              <a:latin typeface="+mn-lt"/>
              <a:ea typeface="+mn-ea"/>
            </a:endParaRPr>
          </a:p>
        </p:txBody>
      </p:sp>
    </p:spTree>
    <p:extLst>
      <p:ext uri="{BB962C8B-B14F-4D97-AF65-F5344CB8AC3E}">
        <p14:creationId xmlns:p14="http://schemas.microsoft.com/office/powerpoint/2010/main" val="7554834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3" name="PlaceHolder 2"/>
          <p:cNvSpPr>
            <a:spLocks noGrp="1"/>
          </p:cNvSpPr>
          <p:nvPr>
            <p:ph type="subTitle"/>
          </p:nvPr>
        </p:nvSpPr>
        <p:spPr>
          <a:xfrm>
            <a:off x="457200" y="1604520"/>
            <a:ext cx="8046360" cy="3977280"/>
          </a:xfrm>
          <a:prstGeom prst="rect">
            <a:avLst/>
          </a:prstGeom>
        </p:spPr>
        <p:txBody>
          <a:bodyPr wrap="none" lIns="0" tIns="0" rIns="0" bIns="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5" name="PlaceHolder 2"/>
          <p:cNvSpPr>
            <a:spLocks noGrp="1"/>
          </p:cNvSpPr>
          <p:nvPr>
            <p:ph type="body"/>
          </p:nvPr>
        </p:nvSpPr>
        <p:spPr>
          <a:xfrm>
            <a:off x="457200" y="1604520"/>
            <a:ext cx="8046360" cy="3976920"/>
          </a:xfrm>
          <a:prstGeom prst="rect">
            <a:avLst/>
          </a:prstGeom>
        </p:spPr>
        <p:txBody>
          <a:bodyPr wrap="none" lIns="0" tIns="0" rIns="0" bIns="0"/>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7" name="PlaceHolder 2"/>
          <p:cNvSpPr>
            <a:spLocks noGrp="1"/>
          </p:cNvSpPr>
          <p:nvPr>
            <p:ph type="body"/>
          </p:nvPr>
        </p:nvSpPr>
        <p:spPr>
          <a:xfrm>
            <a:off x="457200" y="1604520"/>
            <a:ext cx="3926160" cy="3976920"/>
          </a:xfrm>
          <a:prstGeom prst="rect">
            <a:avLst/>
          </a:prstGeom>
        </p:spPr>
        <p:txBody>
          <a:bodyPr wrap="none" lIns="0" tIns="0" rIns="0" bIns="0"/>
          <a:lstStyle/>
          <a:p>
            <a:endParaRPr/>
          </a:p>
        </p:txBody>
      </p:sp>
      <p:sp>
        <p:nvSpPr>
          <p:cNvPr id="8" name="PlaceHolder 3"/>
          <p:cNvSpPr>
            <a:spLocks noGrp="1"/>
          </p:cNvSpPr>
          <p:nvPr>
            <p:ph type="body"/>
          </p:nvPr>
        </p:nvSpPr>
        <p:spPr>
          <a:xfrm>
            <a:off x="4579920" y="1604520"/>
            <a:ext cx="3926160" cy="3976920"/>
          </a:xfrm>
          <a:prstGeom prst="rect">
            <a:avLst/>
          </a:prstGeom>
        </p:spPr>
        <p:txBody>
          <a:bodyPr wrap="none" lIns="0" tIns="0" rIns="0" bIns="0"/>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85800" y="2130480"/>
            <a:ext cx="7771680" cy="3450960"/>
          </a:xfrm>
          <a:prstGeom prst="rect">
            <a:avLst/>
          </a:prstGeom>
        </p:spPr>
        <p:txBody>
          <a:bodyPr wrap="none" lIns="0" tIns="0" rIns="0" bIns="0" anchor="ctr"/>
          <a:lstStyle/>
          <a:p>
            <a:pPr algn="ct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12"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13" name="PlaceHolder 3"/>
          <p:cNvSpPr>
            <a:spLocks noGrp="1"/>
          </p:cNvSpPr>
          <p:nvPr>
            <p:ph type="body"/>
          </p:nvPr>
        </p:nvSpPr>
        <p:spPr>
          <a:xfrm>
            <a:off x="457200" y="3681360"/>
            <a:ext cx="3926160" cy="1896480"/>
          </a:xfrm>
          <a:prstGeom prst="rect">
            <a:avLst/>
          </a:prstGeom>
        </p:spPr>
        <p:txBody>
          <a:bodyPr wrap="none" lIns="0" tIns="0" rIns="0" bIns="0"/>
          <a:lstStyle/>
          <a:p>
            <a:endParaRPr/>
          </a:p>
        </p:txBody>
      </p:sp>
      <p:sp>
        <p:nvSpPr>
          <p:cNvPr id="14" name="PlaceHolder 4"/>
          <p:cNvSpPr>
            <a:spLocks noGrp="1"/>
          </p:cNvSpPr>
          <p:nvPr>
            <p:ph type="body"/>
          </p:nvPr>
        </p:nvSpPr>
        <p:spPr>
          <a:xfrm>
            <a:off x="4579920" y="1604520"/>
            <a:ext cx="3926160" cy="3976920"/>
          </a:xfrm>
          <a:prstGeom prst="rect">
            <a:avLst/>
          </a:prstGeom>
        </p:spPr>
        <p:txBody>
          <a:bodyPr wrap="none" lIns="0" tIns="0" rIns="0" bIns="0"/>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16" name="PlaceHolder 2"/>
          <p:cNvSpPr>
            <a:spLocks noGrp="1"/>
          </p:cNvSpPr>
          <p:nvPr>
            <p:ph type="body"/>
          </p:nvPr>
        </p:nvSpPr>
        <p:spPr>
          <a:xfrm>
            <a:off x="457200" y="1604520"/>
            <a:ext cx="3926160" cy="3976920"/>
          </a:xfrm>
          <a:prstGeom prst="rect">
            <a:avLst/>
          </a:prstGeom>
        </p:spPr>
        <p:txBody>
          <a:bodyPr wrap="none" lIns="0" tIns="0" rIns="0" bIns="0"/>
          <a:lstStyle/>
          <a:p>
            <a:endParaRPr/>
          </a:p>
        </p:txBody>
      </p:sp>
      <p:sp>
        <p:nvSpPr>
          <p:cNvPr id="17"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18" name="PlaceHolder 4"/>
          <p:cNvSpPr>
            <a:spLocks noGrp="1"/>
          </p:cNvSpPr>
          <p:nvPr>
            <p:ph type="body"/>
          </p:nvPr>
        </p:nvSpPr>
        <p:spPr>
          <a:xfrm>
            <a:off x="4579920" y="3681360"/>
            <a:ext cx="3926160" cy="1896480"/>
          </a:xfrm>
          <a:prstGeom prst="rect">
            <a:avLst/>
          </a:prstGeom>
        </p:spPr>
        <p:txBody>
          <a:bodyPr wrap="none" lIns="0" tIns="0" rIns="0" bIns="0"/>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0"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21"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22" name="PlaceHolder 4"/>
          <p:cNvSpPr>
            <a:spLocks noGrp="1"/>
          </p:cNvSpPr>
          <p:nvPr>
            <p:ph type="body"/>
          </p:nvPr>
        </p:nvSpPr>
        <p:spPr>
          <a:xfrm>
            <a:off x="457200" y="3681360"/>
            <a:ext cx="8045640" cy="1896480"/>
          </a:xfrm>
          <a:prstGeom prst="rect">
            <a:avLst/>
          </a:prstGeom>
        </p:spPr>
        <p:txBody>
          <a:bodyPr wrap="none" lIns="0" tIns="0" rIns="0" bIns="0"/>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4" name="PlaceHolder 2"/>
          <p:cNvSpPr>
            <a:spLocks noGrp="1"/>
          </p:cNvSpPr>
          <p:nvPr>
            <p:ph type="body"/>
          </p:nvPr>
        </p:nvSpPr>
        <p:spPr>
          <a:xfrm>
            <a:off x="457200" y="1604520"/>
            <a:ext cx="8046360" cy="1896480"/>
          </a:xfrm>
          <a:prstGeom prst="rect">
            <a:avLst/>
          </a:prstGeom>
        </p:spPr>
        <p:txBody>
          <a:bodyPr wrap="none" lIns="0" tIns="0" rIns="0" bIns="0"/>
          <a:lstStyle/>
          <a:p>
            <a:endParaRPr/>
          </a:p>
        </p:txBody>
      </p:sp>
      <p:sp>
        <p:nvSpPr>
          <p:cNvPr id="25" name="PlaceHolder 3"/>
          <p:cNvSpPr>
            <a:spLocks noGrp="1"/>
          </p:cNvSpPr>
          <p:nvPr>
            <p:ph type="body"/>
          </p:nvPr>
        </p:nvSpPr>
        <p:spPr>
          <a:xfrm>
            <a:off x="457200" y="3681360"/>
            <a:ext cx="8046360" cy="1896480"/>
          </a:xfrm>
          <a:prstGeom prst="rect">
            <a:avLst/>
          </a:prstGeom>
        </p:spPr>
        <p:txBody>
          <a:bodyPr wrap="none" lIns="0" tIns="0" rIns="0" bIns="0"/>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7"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28"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29" name="PlaceHolder 4"/>
          <p:cNvSpPr>
            <a:spLocks noGrp="1"/>
          </p:cNvSpPr>
          <p:nvPr>
            <p:ph type="body"/>
          </p:nvPr>
        </p:nvSpPr>
        <p:spPr>
          <a:xfrm>
            <a:off x="4579920" y="3681360"/>
            <a:ext cx="3926160" cy="1896480"/>
          </a:xfrm>
          <a:prstGeom prst="rect">
            <a:avLst/>
          </a:prstGeom>
        </p:spPr>
        <p:txBody>
          <a:bodyPr wrap="none" lIns="0" tIns="0" rIns="0" bIns="0"/>
          <a:lstStyle/>
          <a:p>
            <a:endParaRPr/>
          </a:p>
        </p:txBody>
      </p:sp>
      <p:sp>
        <p:nvSpPr>
          <p:cNvPr id="30" name="PlaceHolder 5"/>
          <p:cNvSpPr>
            <a:spLocks noGrp="1"/>
          </p:cNvSpPr>
          <p:nvPr>
            <p:ph type="body"/>
          </p:nvPr>
        </p:nvSpPr>
        <p:spPr>
          <a:xfrm>
            <a:off x="457200" y="3681360"/>
            <a:ext cx="3926160" cy="1896480"/>
          </a:xfrm>
          <a:prstGeom prst="rect">
            <a:avLst/>
          </a:prstGeom>
        </p:spPr>
        <p:txBody>
          <a:bodyPr wrap="none" lIns="0" tIns="0" rIns="0" bIns="0"/>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32"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33"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2167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3" name="PlaceHolder 2"/>
          <p:cNvSpPr>
            <a:spLocks noGrp="1"/>
          </p:cNvSpPr>
          <p:nvPr>
            <p:ph type="subTitle"/>
          </p:nvPr>
        </p:nvSpPr>
        <p:spPr>
          <a:xfrm>
            <a:off x="457200" y="1604520"/>
            <a:ext cx="8046360" cy="3977280"/>
          </a:xfrm>
          <a:prstGeom prst="rect">
            <a:avLst/>
          </a:prstGeom>
        </p:spPr>
        <p:txBody>
          <a:bodyPr wrap="none" lIns="0" tIns="0" rIns="0" bIns="0" anchor="ctr"/>
          <a:lstStyle/>
          <a:p>
            <a:pPr algn="ctr"/>
            <a:endParaRPr/>
          </a:p>
        </p:txBody>
      </p:sp>
    </p:spTree>
    <p:extLst>
      <p:ext uri="{BB962C8B-B14F-4D97-AF65-F5344CB8AC3E}">
        <p14:creationId xmlns:p14="http://schemas.microsoft.com/office/powerpoint/2010/main" val="42451311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5" name="PlaceHolder 2"/>
          <p:cNvSpPr>
            <a:spLocks noGrp="1"/>
          </p:cNvSpPr>
          <p:nvPr>
            <p:ph type="body"/>
          </p:nvPr>
        </p:nvSpPr>
        <p:spPr>
          <a:xfrm>
            <a:off x="457200" y="1604520"/>
            <a:ext cx="8046360" cy="3976920"/>
          </a:xfrm>
          <a:prstGeom prst="rect">
            <a:avLst/>
          </a:prstGeom>
        </p:spPr>
        <p:txBody>
          <a:bodyPr wrap="none" lIns="0" tIns="0" rIns="0" bIns="0"/>
          <a:lstStyle/>
          <a:p>
            <a:endParaRPr/>
          </a:p>
        </p:txBody>
      </p:sp>
    </p:spTree>
    <p:extLst>
      <p:ext uri="{BB962C8B-B14F-4D97-AF65-F5344CB8AC3E}">
        <p14:creationId xmlns:p14="http://schemas.microsoft.com/office/powerpoint/2010/main" val="7171175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7" name="PlaceHolder 2"/>
          <p:cNvSpPr>
            <a:spLocks noGrp="1"/>
          </p:cNvSpPr>
          <p:nvPr>
            <p:ph type="body"/>
          </p:nvPr>
        </p:nvSpPr>
        <p:spPr>
          <a:xfrm>
            <a:off x="457200" y="1604520"/>
            <a:ext cx="3926160" cy="3976920"/>
          </a:xfrm>
          <a:prstGeom prst="rect">
            <a:avLst/>
          </a:prstGeom>
        </p:spPr>
        <p:txBody>
          <a:bodyPr wrap="none" lIns="0" tIns="0" rIns="0" bIns="0"/>
          <a:lstStyle/>
          <a:p>
            <a:endParaRPr/>
          </a:p>
        </p:txBody>
      </p:sp>
      <p:sp>
        <p:nvSpPr>
          <p:cNvPr id="8" name="PlaceHolder 3"/>
          <p:cNvSpPr>
            <a:spLocks noGrp="1"/>
          </p:cNvSpPr>
          <p:nvPr>
            <p:ph type="body"/>
          </p:nvPr>
        </p:nvSpPr>
        <p:spPr>
          <a:xfrm>
            <a:off x="4579920" y="1604520"/>
            <a:ext cx="3926160" cy="3976920"/>
          </a:xfrm>
          <a:prstGeom prst="rect">
            <a:avLst/>
          </a:prstGeom>
        </p:spPr>
        <p:txBody>
          <a:bodyPr wrap="none" lIns="0" tIns="0" rIns="0" bIns="0"/>
          <a:lstStyle/>
          <a:p>
            <a:endParaRPr/>
          </a:p>
        </p:txBody>
      </p:sp>
    </p:spTree>
    <p:extLst>
      <p:ext uri="{BB962C8B-B14F-4D97-AF65-F5344CB8AC3E}">
        <p14:creationId xmlns:p14="http://schemas.microsoft.com/office/powerpoint/2010/main" val="518902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Tree>
    <p:extLst>
      <p:ext uri="{BB962C8B-B14F-4D97-AF65-F5344CB8AC3E}">
        <p14:creationId xmlns:p14="http://schemas.microsoft.com/office/powerpoint/2010/main" val="42757435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85800" y="2130480"/>
            <a:ext cx="7771680" cy="3450960"/>
          </a:xfrm>
          <a:prstGeom prst="rect">
            <a:avLst/>
          </a:prstGeom>
        </p:spPr>
        <p:txBody>
          <a:bodyPr wrap="none" lIns="0" tIns="0" rIns="0" bIns="0" anchor="ctr"/>
          <a:lstStyle/>
          <a:p>
            <a:pPr algn="ctr"/>
            <a:endParaRPr/>
          </a:p>
        </p:txBody>
      </p:sp>
    </p:spTree>
    <p:extLst>
      <p:ext uri="{BB962C8B-B14F-4D97-AF65-F5344CB8AC3E}">
        <p14:creationId xmlns:p14="http://schemas.microsoft.com/office/powerpoint/2010/main" val="32982291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12"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13" name="PlaceHolder 3"/>
          <p:cNvSpPr>
            <a:spLocks noGrp="1"/>
          </p:cNvSpPr>
          <p:nvPr>
            <p:ph type="body"/>
          </p:nvPr>
        </p:nvSpPr>
        <p:spPr>
          <a:xfrm>
            <a:off x="457200" y="3681360"/>
            <a:ext cx="3926160" cy="1896480"/>
          </a:xfrm>
          <a:prstGeom prst="rect">
            <a:avLst/>
          </a:prstGeom>
        </p:spPr>
        <p:txBody>
          <a:bodyPr wrap="none" lIns="0" tIns="0" rIns="0" bIns="0"/>
          <a:lstStyle/>
          <a:p>
            <a:endParaRPr/>
          </a:p>
        </p:txBody>
      </p:sp>
      <p:sp>
        <p:nvSpPr>
          <p:cNvPr id="14" name="PlaceHolder 4"/>
          <p:cNvSpPr>
            <a:spLocks noGrp="1"/>
          </p:cNvSpPr>
          <p:nvPr>
            <p:ph type="body"/>
          </p:nvPr>
        </p:nvSpPr>
        <p:spPr>
          <a:xfrm>
            <a:off x="4579920" y="1604520"/>
            <a:ext cx="3926160" cy="3976920"/>
          </a:xfrm>
          <a:prstGeom prst="rect">
            <a:avLst/>
          </a:prstGeom>
        </p:spPr>
        <p:txBody>
          <a:bodyPr wrap="none" lIns="0" tIns="0" rIns="0" bIns="0"/>
          <a:lstStyle/>
          <a:p>
            <a:endParaRPr/>
          </a:p>
        </p:txBody>
      </p:sp>
    </p:spTree>
    <p:extLst>
      <p:ext uri="{BB962C8B-B14F-4D97-AF65-F5344CB8AC3E}">
        <p14:creationId xmlns:p14="http://schemas.microsoft.com/office/powerpoint/2010/main" val="26903082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16" name="PlaceHolder 2"/>
          <p:cNvSpPr>
            <a:spLocks noGrp="1"/>
          </p:cNvSpPr>
          <p:nvPr>
            <p:ph type="body"/>
          </p:nvPr>
        </p:nvSpPr>
        <p:spPr>
          <a:xfrm>
            <a:off x="457200" y="1604520"/>
            <a:ext cx="3926160" cy="3976920"/>
          </a:xfrm>
          <a:prstGeom prst="rect">
            <a:avLst/>
          </a:prstGeom>
        </p:spPr>
        <p:txBody>
          <a:bodyPr wrap="none" lIns="0" tIns="0" rIns="0" bIns="0"/>
          <a:lstStyle/>
          <a:p>
            <a:endParaRPr/>
          </a:p>
        </p:txBody>
      </p:sp>
      <p:sp>
        <p:nvSpPr>
          <p:cNvPr id="17"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18" name="PlaceHolder 4"/>
          <p:cNvSpPr>
            <a:spLocks noGrp="1"/>
          </p:cNvSpPr>
          <p:nvPr>
            <p:ph type="body"/>
          </p:nvPr>
        </p:nvSpPr>
        <p:spPr>
          <a:xfrm>
            <a:off x="4579920" y="3681360"/>
            <a:ext cx="3926160" cy="1896480"/>
          </a:xfrm>
          <a:prstGeom prst="rect">
            <a:avLst/>
          </a:prstGeom>
        </p:spPr>
        <p:txBody>
          <a:bodyPr wrap="none" lIns="0" tIns="0" rIns="0" bIns="0"/>
          <a:lstStyle/>
          <a:p>
            <a:endParaRPr/>
          </a:p>
        </p:txBody>
      </p:sp>
    </p:spTree>
    <p:extLst>
      <p:ext uri="{BB962C8B-B14F-4D97-AF65-F5344CB8AC3E}">
        <p14:creationId xmlns:p14="http://schemas.microsoft.com/office/powerpoint/2010/main" val="28832897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0"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21"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22" name="PlaceHolder 4"/>
          <p:cNvSpPr>
            <a:spLocks noGrp="1"/>
          </p:cNvSpPr>
          <p:nvPr>
            <p:ph type="body"/>
          </p:nvPr>
        </p:nvSpPr>
        <p:spPr>
          <a:xfrm>
            <a:off x="457200" y="3681360"/>
            <a:ext cx="8045640" cy="1896480"/>
          </a:xfrm>
          <a:prstGeom prst="rect">
            <a:avLst/>
          </a:prstGeom>
        </p:spPr>
        <p:txBody>
          <a:bodyPr wrap="none" lIns="0" tIns="0" rIns="0" bIns="0"/>
          <a:lstStyle/>
          <a:p>
            <a:endParaRPr/>
          </a:p>
        </p:txBody>
      </p:sp>
    </p:spTree>
    <p:extLst>
      <p:ext uri="{BB962C8B-B14F-4D97-AF65-F5344CB8AC3E}">
        <p14:creationId xmlns:p14="http://schemas.microsoft.com/office/powerpoint/2010/main" val="33427756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4" name="PlaceHolder 2"/>
          <p:cNvSpPr>
            <a:spLocks noGrp="1"/>
          </p:cNvSpPr>
          <p:nvPr>
            <p:ph type="body"/>
          </p:nvPr>
        </p:nvSpPr>
        <p:spPr>
          <a:xfrm>
            <a:off x="457200" y="1604520"/>
            <a:ext cx="8046360" cy="1896480"/>
          </a:xfrm>
          <a:prstGeom prst="rect">
            <a:avLst/>
          </a:prstGeom>
        </p:spPr>
        <p:txBody>
          <a:bodyPr wrap="none" lIns="0" tIns="0" rIns="0" bIns="0"/>
          <a:lstStyle/>
          <a:p>
            <a:endParaRPr/>
          </a:p>
        </p:txBody>
      </p:sp>
      <p:sp>
        <p:nvSpPr>
          <p:cNvPr id="25" name="PlaceHolder 3"/>
          <p:cNvSpPr>
            <a:spLocks noGrp="1"/>
          </p:cNvSpPr>
          <p:nvPr>
            <p:ph type="body"/>
          </p:nvPr>
        </p:nvSpPr>
        <p:spPr>
          <a:xfrm>
            <a:off x="457200" y="3681360"/>
            <a:ext cx="8046360" cy="1896480"/>
          </a:xfrm>
          <a:prstGeom prst="rect">
            <a:avLst/>
          </a:prstGeom>
        </p:spPr>
        <p:txBody>
          <a:bodyPr wrap="none" lIns="0" tIns="0" rIns="0" bIns="0"/>
          <a:lstStyle/>
          <a:p>
            <a:endParaRPr/>
          </a:p>
        </p:txBody>
      </p:sp>
    </p:spTree>
    <p:extLst>
      <p:ext uri="{BB962C8B-B14F-4D97-AF65-F5344CB8AC3E}">
        <p14:creationId xmlns:p14="http://schemas.microsoft.com/office/powerpoint/2010/main" val="11162341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7"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28"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29" name="PlaceHolder 4"/>
          <p:cNvSpPr>
            <a:spLocks noGrp="1"/>
          </p:cNvSpPr>
          <p:nvPr>
            <p:ph type="body"/>
          </p:nvPr>
        </p:nvSpPr>
        <p:spPr>
          <a:xfrm>
            <a:off x="4579920" y="3681360"/>
            <a:ext cx="3926160" cy="1896480"/>
          </a:xfrm>
          <a:prstGeom prst="rect">
            <a:avLst/>
          </a:prstGeom>
        </p:spPr>
        <p:txBody>
          <a:bodyPr wrap="none" lIns="0" tIns="0" rIns="0" bIns="0"/>
          <a:lstStyle/>
          <a:p>
            <a:endParaRPr/>
          </a:p>
        </p:txBody>
      </p:sp>
      <p:sp>
        <p:nvSpPr>
          <p:cNvPr id="30" name="PlaceHolder 5"/>
          <p:cNvSpPr>
            <a:spLocks noGrp="1"/>
          </p:cNvSpPr>
          <p:nvPr>
            <p:ph type="body"/>
          </p:nvPr>
        </p:nvSpPr>
        <p:spPr>
          <a:xfrm>
            <a:off x="457200" y="3681360"/>
            <a:ext cx="3926160" cy="1896480"/>
          </a:xfrm>
          <a:prstGeom prst="rect">
            <a:avLst/>
          </a:prstGeom>
        </p:spPr>
        <p:txBody>
          <a:bodyPr wrap="none" lIns="0" tIns="0" rIns="0" bIns="0"/>
          <a:lstStyle/>
          <a:p>
            <a:endParaRPr/>
          </a:p>
        </p:txBody>
      </p:sp>
    </p:spTree>
    <p:extLst>
      <p:ext uri="{BB962C8B-B14F-4D97-AF65-F5344CB8AC3E}">
        <p14:creationId xmlns:p14="http://schemas.microsoft.com/office/powerpoint/2010/main" val="9885166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32"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33"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Tree>
    <p:extLst>
      <p:ext uri="{BB962C8B-B14F-4D97-AF65-F5344CB8AC3E}">
        <p14:creationId xmlns:p14="http://schemas.microsoft.com/office/powerpoint/2010/main" val="14911944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1680" cy="1469520"/>
          </a:xfrm>
          <a:prstGeom prst="rect">
            <a:avLst/>
          </a:prstGeom>
        </p:spPr>
        <p:txBody>
          <a:bodyPr wrap="none" lIns="0" tIns="0" rIns="0" bIns="0" anchor="ctr"/>
          <a:lstStyle/>
          <a:p>
            <a:r>
              <a:rPr lang="en-IN"/>
              <a:t>Click to edit the title text format</a:t>
            </a:r>
          </a:p>
        </p:txBody>
      </p:sp>
      <p:sp>
        <p:nvSpPr>
          <p:cNvPr id="3" name="PlaceHolder 2"/>
          <p:cNvSpPr>
            <a:spLocks noGrp="1"/>
          </p:cNvSpPr>
          <p:nvPr>
            <p:ph type="body"/>
          </p:nvPr>
        </p:nvSpPr>
        <p:spPr>
          <a:xfrm>
            <a:off x="457200" y="1604520"/>
            <a:ext cx="8046360" cy="3976920"/>
          </a:xfrm>
          <a:prstGeom prst="rect">
            <a:avLst/>
          </a:prstGeom>
        </p:spPr>
        <p:txBody>
          <a:bodyPr wrap="none" lIns="0" tIns="0" rIns="0" bIns="0"/>
          <a:lstStyle/>
          <a:p>
            <a:pPr>
              <a:buSzPct val="45000"/>
              <a:buFont typeface="StarSymbol"/>
              <a:buChar char=""/>
            </a:pPr>
            <a:r>
              <a:rPr lang="en-IN"/>
              <a:t>Click to edit the outline text format</a:t>
            </a:r>
          </a:p>
          <a:p>
            <a:pPr lvl="1">
              <a:buSzPct val="75000"/>
              <a:buFont typeface="StarSymbol"/>
              <a:buChar char=""/>
            </a:pPr>
            <a:r>
              <a:rPr lang="en-IN"/>
              <a:t>Second Outline Level</a:t>
            </a:r>
          </a:p>
          <a:p>
            <a:pPr lvl="2">
              <a:buSzPct val="45000"/>
              <a:buFont typeface="StarSymbol"/>
              <a:buChar char=""/>
            </a:pPr>
            <a:r>
              <a:rPr lang="en-IN"/>
              <a:t>Third Outline Level</a:t>
            </a:r>
          </a:p>
          <a:p>
            <a:pPr lvl="3">
              <a:buSzPct val="75000"/>
              <a:buFont typeface="StarSymbol"/>
              <a:buChar char=""/>
            </a:pPr>
            <a:r>
              <a:rPr lang="en-IN"/>
              <a:t>Fourth Outline Level</a:t>
            </a:r>
          </a:p>
          <a:p>
            <a:pPr lvl="4">
              <a:buSzPct val="45000"/>
              <a:buFont typeface="StarSymbol"/>
              <a:buChar char=""/>
            </a:pPr>
            <a:r>
              <a:rPr lang="en-IN"/>
              <a:t>Fifth Outline Level</a:t>
            </a:r>
          </a:p>
          <a:p>
            <a:pPr lvl="5">
              <a:buSzPct val="45000"/>
              <a:buFont typeface="StarSymbol"/>
              <a:buChar char=""/>
            </a:pPr>
            <a:r>
              <a:rPr lang="en-IN"/>
              <a:t>Sixth Outline Level</a:t>
            </a:r>
          </a:p>
          <a:p>
            <a:pPr lvl="6">
              <a:buSzPct val="45000"/>
              <a:buFont typeface="StarSymbol"/>
              <a:buChar char=""/>
            </a:pPr>
            <a:r>
              <a:rPr lang="en-IN"/>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1680" cy="1469520"/>
          </a:xfrm>
          <a:prstGeom prst="rect">
            <a:avLst/>
          </a:prstGeom>
        </p:spPr>
        <p:txBody>
          <a:bodyPr wrap="none" lIns="0" tIns="0" rIns="0" bIns="0" anchor="ctr"/>
          <a:lstStyle/>
          <a:p>
            <a:r>
              <a:rPr lang="en-IN"/>
              <a:t>Click to edit the title text format</a:t>
            </a:r>
            <a:endParaRPr/>
          </a:p>
        </p:txBody>
      </p:sp>
      <p:sp>
        <p:nvSpPr>
          <p:cNvPr id="3" name="PlaceHolder 2"/>
          <p:cNvSpPr>
            <a:spLocks noGrp="1"/>
          </p:cNvSpPr>
          <p:nvPr>
            <p:ph type="body"/>
          </p:nvPr>
        </p:nvSpPr>
        <p:spPr>
          <a:xfrm>
            <a:off x="457200" y="1604520"/>
            <a:ext cx="8046360" cy="3976920"/>
          </a:xfrm>
          <a:prstGeom prst="rect">
            <a:avLst/>
          </a:prstGeom>
        </p:spPr>
        <p:txBody>
          <a:bodyPr wrap="none" lIns="0" tIns="0" rIns="0" bIns="0"/>
          <a:lstStyle/>
          <a:p>
            <a:pPr>
              <a:buSzPct val="45000"/>
              <a:buFont typeface="StarSymbol"/>
              <a:buChar char=""/>
            </a:pPr>
            <a:r>
              <a:rPr lang="en-IN"/>
              <a:t>Click to edit the outline text format</a:t>
            </a:r>
            <a:endParaRPr/>
          </a:p>
          <a:p>
            <a:pPr lvl="1">
              <a:buSzPct val="75000"/>
              <a:buFont typeface="StarSymbol"/>
              <a:buChar char=""/>
            </a:pPr>
            <a:r>
              <a:rPr lang="en-IN"/>
              <a:t>Second Outline Level</a:t>
            </a:r>
            <a:endParaRPr/>
          </a:p>
          <a:p>
            <a:pPr lvl="2">
              <a:buSzPct val="45000"/>
              <a:buFont typeface="StarSymbol"/>
              <a:buChar char=""/>
            </a:pPr>
            <a:r>
              <a:rPr lang="en-IN"/>
              <a:t>Third Outline Level</a:t>
            </a:r>
            <a:endParaRPr/>
          </a:p>
          <a:p>
            <a:pPr lvl="3">
              <a:buSzPct val="75000"/>
              <a:buFont typeface="StarSymbol"/>
              <a:buChar char=""/>
            </a:pPr>
            <a:r>
              <a:rPr lang="en-IN"/>
              <a:t>Fourth Outline Level</a:t>
            </a:r>
            <a:endParaRPr/>
          </a:p>
          <a:p>
            <a:pPr lvl="4">
              <a:buSzPct val="45000"/>
              <a:buFont typeface="StarSymbol"/>
              <a:buChar char=""/>
            </a:pPr>
            <a:r>
              <a:rPr lang="en-IN"/>
              <a:t>Fifth Outline Level</a:t>
            </a:r>
            <a:endParaRPr/>
          </a:p>
          <a:p>
            <a:pPr lvl="5">
              <a:buSzPct val="45000"/>
              <a:buFont typeface="StarSymbol"/>
              <a:buChar char=""/>
            </a:pPr>
            <a:r>
              <a:rPr lang="en-IN"/>
              <a:t>Sixth Outline Level</a:t>
            </a:r>
            <a:endParaRPr/>
          </a:p>
          <a:p>
            <a:pPr lvl="6">
              <a:buSzPct val="45000"/>
              <a:buFont typeface="StarSymbol"/>
              <a:buChar char=""/>
            </a:pPr>
            <a:r>
              <a:rPr lang="en-IN"/>
              <a:t>Seventh Outline Level</a:t>
            </a:r>
            <a:endParaRPr/>
          </a:p>
        </p:txBody>
      </p:sp>
    </p:spTree>
    <p:extLst>
      <p:ext uri="{BB962C8B-B14F-4D97-AF65-F5344CB8AC3E}">
        <p14:creationId xmlns:p14="http://schemas.microsoft.com/office/powerpoint/2010/main" val="74013563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s://www.researchgate.net/publication/366231011_Text_Summarization_using_NLP_Technique" TargetMode="External"/><Relationship Id="rId2" Type="http://schemas.openxmlformats.org/officeDocument/2006/relationships/hyperlink" Target="https://www.researchgate.net/publication/257947528_Text_SummarizationAn_Overview" TargetMode="External"/><Relationship Id="rId1" Type="http://schemas.openxmlformats.org/officeDocument/2006/relationships/slideLayout" Target="../slideLayouts/slideLayout6.xml"/><Relationship Id="rId5" Type="http://schemas.openxmlformats.org/officeDocument/2006/relationships/hyperlink" Target="https://www.researchgate.net/publication/220974615_Automatic_Text_Summarization_Using_a_Machine_Learning_Approach" TargetMode="External"/><Relationship Id="rId4" Type="http://schemas.openxmlformats.org/officeDocument/2006/relationships/hyperlink" Target="https://www.researchgate.net/publication/337653638_Text_Summarization_A_Brief_Review"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905000"/>
            <a:ext cx="9144000" cy="1323439"/>
          </a:xfrm>
          <a:prstGeom prst="rect">
            <a:avLst/>
          </a:prstGeom>
          <a:noFill/>
        </p:spPr>
        <p:txBody>
          <a:bodyPr wrap="square" rtlCol="0">
            <a:spAutoFit/>
          </a:bodyPr>
          <a:lstStyle/>
          <a:p>
            <a:pPr algn="ctr"/>
            <a:r>
              <a:rPr lang="en-US" sz="4000" b="1" dirty="0">
                <a:ln w="1905"/>
                <a:solidFill>
                  <a:schemeClr val="accent4">
                    <a:lumMod val="75000"/>
                  </a:schemeClr>
                </a:solidFill>
                <a:effectLst>
                  <a:innerShdw blurRad="69850" dist="43180" dir="5400000">
                    <a:srgbClr val="000000">
                      <a:alpha val="65000"/>
                    </a:srgbClr>
                  </a:innerShdw>
                </a:effectLst>
              </a:rPr>
              <a:t>Text and Video </a:t>
            </a:r>
            <a:r>
              <a:rPr lang="en-US" sz="4000" b="1" dirty="0" err="1">
                <a:ln w="1905"/>
                <a:solidFill>
                  <a:schemeClr val="accent4">
                    <a:lumMod val="75000"/>
                  </a:schemeClr>
                </a:solidFill>
                <a:effectLst>
                  <a:innerShdw blurRad="69850" dist="43180" dir="5400000">
                    <a:srgbClr val="000000">
                      <a:alpha val="65000"/>
                    </a:srgbClr>
                  </a:innerShdw>
                </a:effectLst>
              </a:rPr>
              <a:t>summariation</a:t>
            </a:r>
            <a:r>
              <a:rPr lang="en-US" sz="4000" b="1" dirty="0">
                <a:ln w="1905"/>
                <a:solidFill>
                  <a:schemeClr val="accent4">
                    <a:lumMod val="75000"/>
                  </a:schemeClr>
                </a:solidFill>
                <a:effectLst>
                  <a:innerShdw blurRad="69850" dist="43180" dir="5400000">
                    <a:srgbClr val="000000">
                      <a:alpha val="65000"/>
                    </a:srgbClr>
                  </a:innerShdw>
                </a:effectLst>
              </a:rPr>
              <a:t> using ML</a:t>
            </a:r>
          </a:p>
        </p:txBody>
      </p:sp>
      <p:sp>
        <p:nvSpPr>
          <p:cNvPr id="3" name="TextBox 2"/>
          <p:cNvSpPr txBox="1"/>
          <p:nvPr/>
        </p:nvSpPr>
        <p:spPr>
          <a:xfrm>
            <a:off x="5370786" y="3761839"/>
            <a:ext cx="3166241" cy="461665"/>
          </a:xfrm>
          <a:prstGeom prst="rect">
            <a:avLst/>
          </a:prstGeom>
          <a:noFill/>
        </p:spPr>
        <p:txBody>
          <a:bodyPr wrap="square" rtlCol="0">
            <a:spAutoFit/>
          </a:bodyPr>
          <a:lstStyle/>
          <a:p>
            <a:r>
              <a:rPr lang="en-US" sz="2400" b="1" dirty="0">
                <a:solidFill>
                  <a:schemeClr val="tx2">
                    <a:lumMod val="75000"/>
                  </a:schemeClr>
                </a:solidFill>
              </a:rPr>
              <a:t>Name of the student</a:t>
            </a:r>
          </a:p>
        </p:txBody>
      </p:sp>
      <p:sp>
        <p:nvSpPr>
          <p:cNvPr id="4" name="TextBox 3"/>
          <p:cNvSpPr txBox="1"/>
          <p:nvPr/>
        </p:nvSpPr>
        <p:spPr>
          <a:xfrm>
            <a:off x="307975" y="5280878"/>
            <a:ext cx="5181600" cy="1880771"/>
          </a:xfrm>
          <a:prstGeom prst="rect">
            <a:avLst/>
          </a:prstGeom>
          <a:noFill/>
        </p:spPr>
        <p:txBody>
          <a:bodyPr wrap="square" rtlCol="0">
            <a:spAutoFit/>
          </a:bodyPr>
          <a:lstStyle/>
          <a:p>
            <a:pPr marR="64135" lvl="0">
              <a:lnSpc>
                <a:spcPct val="150000"/>
              </a:lnSpc>
              <a:spcBef>
                <a:spcPts val="400"/>
              </a:spcBef>
              <a:buClr>
                <a:schemeClr val="accent1"/>
              </a:buClr>
              <a:buSzPct val="68000"/>
              <a:defRPr/>
            </a:pPr>
            <a:r>
              <a:rPr lang="en-US" sz="2800" b="1" dirty="0">
                <a:solidFill>
                  <a:srgbClr val="C00000"/>
                </a:solidFill>
              </a:rPr>
              <a:t>Under esteemed guidance of</a:t>
            </a:r>
          </a:p>
          <a:p>
            <a:pPr marR="64135">
              <a:lnSpc>
                <a:spcPct val="150000"/>
              </a:lnSpc>
              <a:spcBef>
                <a:spcPts val="400"/>
              </a:spcBef>
              <a:buClr>
                <a:schemeClr val="accent1"/>
              </a:buClr>
              <a:buSzPct val="68000"/>
              <a:defRPr/>
            </a:pPr>
            <a:r>
              <a:rPr lang="en-US" sz="2400" b="1" dirty="0"/>
              <a:t>Dr. S. Kirubakaran</a:t>
            </a:r>
          </a:p>
          <a:p>
            <a:pPr marR="64135" lvl="0">
              <a:lnSpc>
                <a:spcPct val="150000"/>
              </a:lnSpc>
              <a:spcBef>
                <a:spcPts val="400"/>
              </a:spcBef>
              <a:buClr>
                <a:schemeClr val="accent1"/>
              </a:buClr>
              <a:buSzPct val="68000"/>
              <a:defRPr/>
            </a:pPr>
            <a:endParaRPr lang="en-US" sz="2400" b="1" dirty="0">
              <a:solidFill>
                <a:srgbClr val="C00000"/>
              </a:solidFill>
            </a:endParaRPr>
          </a:p>
        </p:txBody>
      </p:sp>
      <p:graphicFrame>
        <p:nvGraphicFramePr>
          <p:cNvPr id="5" name="Table 4"/>
          <p:cNvGraphicFramePr>
            <a:graphicFrameLocks noGrp="1"/>
          </p:cNvGraphicFramePr>
          <p:nvPr/>
        </p:nvGraphicFramePr>
        <p:xfrm>
          <a:off x="1524000" y="228600"/>
          <a:ext cx="6096000" cy="1255998"/>
        </p:xfrm>
        <a:graphic>
          <a:graphicData uri="http://schemas.openxmlformats.org/drawingml/2006/table">
            <a:tbl>
              <a:tblPr>
                <a:tableStyleId>{2D5ABB26-0587-4C30-8999-92F81FD0307C}</a:tableStyleId>
              </a:tblPr>
              <a:tblGrid>
                <a:gridCol w="6096000">
                  <a:extLst>
                    <a:ext uri="{9D8B030D-6E8A-4147-A177-3AD203B41FA5}">
                      <a16:colId xmlns:a16="http://schemas.microsoft.com/office/drawing/2014/main" val="20000"/>
                    </a:ext>
                  </a:extLst>
                </a:gridCol>
              </a:tblGrid>
              <a:tr h="0">
                <a:tc>
                  <a:txBody>
                    <a:bodyPr/>
                    <a:lstStyle/>
                    <a:p>
                      <a:pPr algn="ctr" rtl="0" fontAlgn="b"/>
                      <a:r>
                        <a:rPr lang="en-US" sz="2000" dirty="0">
                          <a:solidFill>
                            <a:srgbClr val="002060"/>
                          </a:solidFill>
                        </a:rPr>
                        <a:t>CMR COLLEGE OF ENGINEERING &amp; TECHNOLOGY</a:t>
                      </a:r>
                      <a:endParaRPr lang="en-US" sz="2000" b="1" dirty="0">
                        <a:solidFill>
                          <a:srgbClr val="002060"/>
                        </a:solidFill>
                        <a:latin typeface="Calibri" panose="020F0502020204030204"/>
                      </a:endParaRPr>
                    </a:p>
                  </a:txBody>
                  <a:tcPr marL="9199" marR="9199" marT="6133" marB="6133" anchor="b"/>
                </a:tc>
                <a:extLst>
                  <a:ext uri="{0D108BD9-81ED-4DB2-BD59-A6C34878D82A}">
                    <a16:rowId xmlns:a16="http://schemas.microsoft.com/office/drawing/2014/main" val="10000"/>
                  </a:ext>
                </a:extLst>
              </a:tr>
              <a:tr h="0">
                <a:tc>
                  <a:txBody>
                    <a:bodyPr/>
                    <a:lstStyle/>
                    <a:p>
                      <a:pPr algn="ctr" rtl="0" fontAlgn="b"/>
                      <a:r>
                        <a:rPr lang="en-US" sz="2000" dirty="0">
                          <a:solidFill>
                            <a:srgbClr val="002060"/>
                          </a:solidFill>
                        </a:rPr>
                        <a:t>Kandlakoya, Medchal, Hyderabad - 501401</a:t>
                      </a:r>
                      <a:endParaRPr lang="en-US" sz="2000" b="1" dirty="0">
                        <a:solidFill>
                          <a:srgbClr val="002060"/>
                        </a:solidFill>
                        <a:latin typeface="Times New Roman" panose="02020603050405020304"/>
                      </a:endParaRPr>
                    </a:p>
                  </a:txBody>
                  <a:tcPr marL="9199" marR="9199" marT="6133" marB="6133" anchor="b"/>
                </a:tc>
                <a:extLst>
                  <a:ext uri="{0D108BD9-81ED-4DB2-BD59-A6C34878D82A}">
                    <a16:rowId xmlns:a16="http://schemas.microsoft.com/office/drawing/2014/main" val="10001"/>
                  </a:ext>
                </a:extLst>
              </a:tr>
              <a:tr h="0">
                <a:tc>
                  <a:txBody>
                    <a:bodyPr/>
                    <a:lstStyle/>
                    <a:p>
                      <a:pPr algn="ctr" rtl="0" fontAlgn="b"/>
                      <a:r>
                        <a:rPr lang="en-US" sz="2000" dirty="0">
                          <a:solidFill>
                            <a:srgbClr val="002060"/>
                          </a:solidFill>
                        </a:rPr>
                        <a:t>Department of Computer Science and Engineering</a:t>
                      </a:r>
                      <a:endParaRPr lang="en-US" sz="2000" b="1" dirty="0">
                        <a:solidFill>
                          <a:srgbClr val="002060"/>
                        </a:solidFill>
                        <a:latin typeface="Times New Roman" panose="02020603050405020304"/>
                      </a:endParaRPr>
                    </a:p>
                  </a:txBody>
                  <a:tcPr marL="9199" marR="9199" marT="6133" marB="6133" anchor="b"/>
                </a:tc>
                <a:extLst>
                  <a:ext uri="{0D108BD9-81ED-4DB2-BD59-A6C34878D82A}">
                    <a16:rowId xmlns:a16="http://schemas.microsoft.com/office/drawing/2014/main" val="10002"/>
                  </a:ext>
                </a:extLst>
              </a:tr>
            </a:tbl>
          </a:graphicData>
        </a:graphic>
      </p:graphicFrame>
      <p:sp>
        <p:nvSpPr>
          <p:cNvPr id="30722" name="AutoShape 2" descr="data:image/png;base64,iVBORw0KGgoAAAANSUhEUgAAAEwAAABNCAYAAAAMy4KOAAAAAXNSR0IArs4c6QAAIABJREFUeF7tvAezG1eW5/lLB48H4HnDRyuKIiWR8iVHUa5LrlS+a6Z7tmNntmc+205P9O5GlXyVRIqkbMmXRO+e9wYeSL9xTiZIVmxsxHyAASP1BCCRee//HvM/5qYRx3HM/3r9TyNgCGDR/+f0GPmHHvIa/DX0nYGBwhzL/4FhJH/ls+RzOUdP1FcUh0RxhGEZmKZFLF9EoR4mAQYRxB74fXB7yXd2Bpws2Dk9QsNBzo707gaWARYhRhySrLlJjJXedDDOuyYmpxgxhg54MLfo7+aZfConyLWM9P/1B3ohR38ax3GQ4nFH1ORCIbExgDL5xlCADEEIYhNB2pR/A8CiZK4yflNua8oAYvwwICTAtA0sO6MDiUIfM+hjRy4mLoQt4vY2UWOL2HMx8yXM0jAUh6EwjGcVcSOHAAvDMMmYMVl8rMgjFtBwiMgQx5YupJkOc7DuMiaFwJSFi4mNAOR3OscEOJllhCyoTaSLI9dKFxgoyTUFsFDRT+VIsYmIDRnEHQlLoUrXVyTMVGDkczOBUVc6jtLVlYvrlVIJE9kQsRAJE0kMPczQxQ57GEGbuLuFt71Me2OJwO1RqAyTH5nEqk5hVKYIs1X8OIMXy2QMbCMBzI59nTiGTWw4xLJUcTIiESS9lwxCpTDCECkT0MwIDPndHW3S0xSoBDC9lgIoUENxIGGRXDRVIb2J/EuRv1tbB8Ak6A7U8rbmpSNLkFLRH6ipam8i4vJX7xb5mJGL5Teht0u4u0R79Qa7K3O4/S6lao3KxB5y4wewxw8QFycIjTxu7BCKBKk8BdgDlRY4DJVrTFXNRNKIBuOU1U2VzkiASwAT4JLPVfJT1RawkkMAS/DJDwCTFbgNWCpVcq/k0zuKOpAyBSuKE4lKfYbaIV1BMFQf7kLLsIhNmyhOzpKvzTjAiMRm7UBzFXf1GruLl9lauk6316ZQGmJkej/VvUfJ7TmGUZ0ltkp45PBjE6IIOw7IiLQYEVEcqK0UdbUMG0MtjoAmEpeuXrpWiZGVkQhgKWgpYANbeAcwAS1BIXsbMLE7inKi5wqV6usdw50oX2rEBawoWRkFKNX+mEAHIoAktxDbICucUXkII1n5GMuMMY0AU1SxvYa/NUd3+RKtlau0NxZx3Q5mJkd5dIba3qOU9j6ANX4P5EcJzSJ+7OiCidF3VFoELI8IX8djKmAZtT/ENob8FfVS26s2IjEWKl2DQ0BMDPzfgzUw/ncZfTFiA3s1AOUOVqm0DOwUMZGAJV5PxyBnir0LCGNPTDymIYAkKqA3j/NEUYFIAItjLCvEkvO8OuHuPN3Vq3SWLtBbv0HQWCcMXELTIluZYGj6XgUsM3UfVmUPcbZKYGSJIlG9CNsQLxsQ0SOkn1pNAcmB2MEko4dhqI9TnBKjLbZsoKapWopGp94xMSGJdKrnNECWQY0+gUw4Af/vABNxVruTfK4SLYskOqzGUyRMKINPEHbxgi5h3FdAbKUQ8kO5TRniCmFoqWRaZoAddTF7m3jr12ksXqC9dIFwZx7HbWAQEhkW5KvYI/vJTd2napkbO4g1NEVkldSDJVMSwES6OgSx3N9X1Y8jByPOYpPHtgpYRlYlTc1P6uXuLHgqZQpYaohSabsbMMuwBoAFiYQNDNkAHtX9u/R/4ElT6RHbEePiBh3a3V3a3R3coIVlB2SyJpmsjW3nyVgjZM1RDGTQYBlCKdrQWqG3fIXG/I90ly5iNpfIBR0c2yAybHy7iF+cwBq7h/zeByjPHCEzug+cIURGxWaBRxj36Hk7dNw6ftAnDEUSsmSsMvlMjUK2Rs4pYRmZxIvLz+62NmrTQjGsifEfSM1tJ5WcbxqyCCphfnLibcAGhvIuwAbSpQ5SJEskLNTBtvs7bNdX2a6v0OltY1geuaJNrpghlylSzE5QdKbI2SUc08YxQgy/SbizSGfhIs25H+kvXybTXqMQd8k7NrGVoRtnaDtVotp+CvsfpHrgAfKTByFbwYvB8/sEUR83bNPorlNvb9Bze0SB0I4ixdwo1fIUtdIkpVwNx8wnPC1hE7e1KeFHd2zZwJ4ntvw2ephGJgEsjry/B0yNZaKOd7/US8cxoRK+EMuO1XY0u5usbs2xsnGT3dYqAR2yeYO8AJYrUMyOUclPUS2OUsmVKVomhtvE31ygPXeZ1twFwtXr5LpblOiRdxxiK0srMKkbBfzaLKVDJxi+9ziFqYOE2RItv0ejVafTa9L1m9S76+y2Nun2+8SBTc6uUqvMMDlygPHaXiqFMTJmkTiylVxbQq7NO44s8ZyppN3FDu5Im0iYaIi+BoClEqVgCWgp30tRS7x5hBf6auRtR+7q0upvsbJ1g4W1q6zvzuMGDaxsSDZn4NgZsvYQQ/lxxoYmGa+MUsvmyfg9vLVFmjcu0Vu4irm1SLG3SzHuk3NssLK0A5MdI4dbnaF06AFq9x0nNzVLz7LZ6jbY2tmg3tqm4zXphk26bodu3yMOMxSzo4zV9jIzfpjJ4QNU8uM4RpEotAkDmZ1BxjZTL59OUB1YQo8GlOoOqboLsAgvlSWhAAkpVYZ7V2yo4imAxRGu76oLdzIxpuXT9rdY2b7B3OolVrZu0vV3wOpj2RLnCV/KUsrWGK9MMD0yxUS5SjkGd3WZxpWL+Mvz5JqblPsNCqFLxjQx7SzdyGLbzNGrTlI8eJTqkaNY4xPUY5+V+gYbO2vsNjZpe00iJyI0DfpuTBxmKeXHmRzZz96JI0zUDlLOjGFTVMcjFsg2LLKOiSVSlqpnon1ilwegDZxAYttMcomE+bGbGEGNCZPQQoyjgCegCW3Ri6mWikqKG/fA9IiMfgLYznXmVy6xvjuHFzexMj6R6eK7PczQpOgUKToFavkqM7UJZkpVwvVNNn/6EWNjnRGvR9ltYffaGEGI5eTwrTx1p0CzWCOz/yDlQ4fwKiXWenXWWhv0/BZ9v0mj3yK0ILKz+IH8T4FyfkLVcc/YYcYr+yk5Aph4a4c4tDQecMw05tS5D/jkgPWLZ0g5aSqAtjqtOI57US+JvQy5gLjOFLA0K6HOIA13hEpEhISGS0yfkC7tYJu13ZvMr15ibecWXtTAyonc+wR+VwFwsHAik7JTYnZ4mgPDkxhbDdZ/vIC1scVY4FPxuti9LvgBhpXBs3M0FLAhMvsOUDy0j27BYbG9wXp7ndDoEtCl5XYJbYdYvGpgJ4DlEsBEJcdK+yjaY1iUE06WklkNbe+y1Amn/P8HLDMArBm2NYA2Dck8iHYnoN0JCNOUTSphyrvoK2CR0aMX7rDWnFPAljeu0/F3FLBMLsY0feKgT9yX9E1IyS6yd3iGA8Mz2Ds9Ni9exVjdZMT1qHku+TDACCVXYtLBounkaZeGyB0QwGbpFi0W2qust1bxjZZKeC/0IFMCq4Tr2cRBjpJI2OgBZsYOM1rcR8EUwEqYMmmloCJlhjKJQcQkvE7E4W6V1ARCGgXlBirZjDpJ1kEBS4JXASyJk5WppsxMLihUwlNWHZsusdFXidruLDG/foWF1SvUO+vEVp9MwSCbjTFil8DtEvd9ClaB2doeBSzbCti9fJNgaZ1yu0vN8ykro9ZMF60wpm5l6VarFA4eoHBghnYhZqG5wlpzGd9oJFIskzQLhJTwvQwWRSqlSSZHDzE1cohaYQ85s4ZJAYMcZizs39G5DuyX2uvb4dwgT5basPSk/G0Ji1OVVHKmGS7MWP47cI+aB0oSfRICCVkkAcswhTi2abjrLG+JHbvCxu6iciMnF5PLG1iWj+91CfsueSPPzPAe9g/PUOxB+/oivbkVsrt1Kp5PzbTJWhnNPDSCkF3LwR0eoXjwANm9EzSzgQK23lzCp47pBMSmQRjlCIICxAVyTpVhoRSjBxmvHmAoN4ljVBQsIbQiZRoySTSRusGBIqqESVIhjXsSapqQ2YKqcxzHLSQGTKVIk38GluaUkoyQedtdyroLI5ZQSn7TwzCEkvTpRbtstBZYWLnCysYcze4WkemRycbYGYm+XPx+n6yZY6a2h721aaq+hbu4TvvGIvH6BkOeS82wKGYLRKZNI4yoWw7B6BiFAwewpoZpWB4LrWU2Wiv4UR07I/bOwvcsAi9L1qlRLU8yMbKXidEDDJdmyVsjmJQgFqMtKpnV2NKQLMpdweBAGZMsjOZe/o64FgahUQNh+lEiRZprEmInaeABYKKaEoRJ3CY0OSCOXeKwi2G6GHaAb3RodlZZ27zF8votdhsb9CUbYfqYGQiNEM91cYwcU9VJ9lQmGCFLvFmnc2sBf3mJYq/LEFDI5MHJ0AyhnclhTEyT3buPoFZihz4r7XV2Oht4UR0nE2FbJkEfIs+hXBxjfGSWidF9jNT2UsxP4BhVjLhAHGVAYsxBMG46tzMUaVx+m7IKQxDxUIuUgioKrRJWl7SMhvGxSpOm3+Ikq6lZ8kHaMpLzJIUTEId9Yr+tKmlkImLLxXO32dldZn1rkZ36Ou1eHTfqE1oRvhHjej62mWW0NMJkaZgJO0+206M7v0h/YY5su0khDik4ST6/E1v08yWcmf3Y03voFrJsBl02uju03F28qEnGCclYJvRjzNChNjTO5Ng+xkb2UhqaIuOMYIh0RXkFS4NyyZXJKpqWJO9STmGm0pRkJ5IUdRJ23gEsTVHXBx/HcpoY3TuHIZIl6RwBS2NOoQtiIT1wW6qOZGKwfaKgidfdotXeotXdpdtv0nY7tEKPVuDRc30drIRHtUyeyUyRahjgrS7TXbiJ09wh4/VwpBhg5+hLsFwZIb/3MExMs2uZrPW71P02bixxZBvb9MnbJnksCmaOanGY4eoU5fIkTn4U0x6CuAhhLk0BZhOwlIWnXEnuZ1kJgGaSaRUkBKzbnD+GwiCn30gFUaRLTrfTQ5OzEnj5HgRCC0QNJZUSEAY94n6TWLKmttg1nyhsE/pNoqinxNaL+nT8Pu04oh1B25VzRCFschGMZ3KM2xBsrtJduonZ2MLsNTHCCOwsgZ3HHJmifOgYjEyxGYSsdjp0JLOaFXPcx8KjYEu+3aQQW+StPLlMGSdTUbAMs4yh3rGAYRUw7DyGncOyJEeWgiQSakk4ZoMptQFLnY7YMAUtdQy3ARM5GaQ7ErAE3wAzBSuW0le/C16HyO3ieT3cXpOw1wQBTMCKPYKgo+keiSHzBUfFtBeHuE4WN5Oj40e4bkjkhsTdPsOOzXTBIdpdo7N8k6i+QdjaIZYFkjJbtkx2YpbK4RMYtQnWO33WW1082yRXymKaHmbcp2CGFMIQpx9geBFRYBKFonp5DKOAaRYxrSJmpoSZLWFlimTyRex8EcMR9bTTsl6iqrFlaz5uIGWyfvIqivYmXjLN94hmGQJYiBl7GH6fuNskaO4QtLaJu3XCbp1+c4decwu/11BbBilgkvWwIk3rFIp5sE1c08SqDuMMT+CZWYLQROKY0A0oORmGcw5Rc4vW6hy93VU6O+v4bh8nk6MwVKM8tY/y/qOYxWEa3T6Nbo/IFM8rVqJN5DfJBD3MVou41SbqeQReRBhIpjcLRg6sPIaVx3QKmE4RK1ekUBulNDqBUxzCzBYwMkVQZyPjzhGZWc25Sa5RLLcImXBEBayRsl0x8I4CJmy7pwAFu+v0t5Zwt5eJWhta4YnaOwSdHUKvBWFPvacQWmXEtomTy+Bkc4SmAGZhDCWAxbkypuTEnDKWnSdXKJPPZon7bdqbyzQ2l9jaWKLf61Aolhgbn6Q2vY/c6CymmcVtd+h22/h+j0jiyN4WkVsn43cxOy1otcELiIJYk4hJjTFDbGY1v4aVI7ZyCowzNExxZIp8bZxcZQy7PIKRr6hU45SIrLwWjwP1lonxrwwA2xYTBGQMOWJswwdJ8O2u0lu9SWPpKt21G8TNVRx3l0LcIScpZjnCPoYmmIxEvG0RZ1srO25k0MOka2cIcmWs4jCFoUkqw7MMjezBqU1AXvhRjNvYYmNtjoWlm3S7LarVKvv3H2B0ai+GhD0dl7hRx2vv0q2v09xeoF1fAm+HfOySC3wyfohmnNTzJV5PQJNiXGjaBIYjlUw8I4Nn5bAKw5TGZ6lOHSQ/tg97aBwKNchViOwSoZETw5SSLqgOqkabokkmZPWIsaWY0d+lv7VIa/k6zaVruJu3MNrrZP1dClGbXNwjg4sT++pPNJNkmoSGvLszSM+0FTT5K6uXKYySL89Qqs6QG92DMzKJUSoThi6t+gbr64v0e20qlQpjU1MUh0ZUJ/zNbXorS3Q3l1R13fYqsb9FwepTzhhkxc74IUYQac5OVEkLGVI4NjOEVobAdBS0Pg7twCCwSwrY2N77GJo6iFObxpBKe6aigXwgJkT1LVFJ4Yiqkltu4lUdKb+LhAll6O/S216mtXJDQetvzkFrDcfdUcDy9MkbPlkplyF1wWSQfiTzMwlNyR6IKti4UaiH4RSwsiNY2XGc4iTZ4RlyE3txxiexilm8oEezuY3v9Sjm8xTKZS2Z+fU23aVl2otzuFtLRJ0NDH8bJ96l6LgUHQsztoj8mCiUqlZMqN0MFoYl48gQmhl8w8LFphdbdHxTARua3MfYvvuozhwiU5vWtgScMrGopKm19UEJQNhcasOEvGscGWmHggiu4bXxW9v0thborN6ivXaL/vYCRnuDbNihZPgUTJ+sqaaRKArxwwg/kNSiqaGN1BZNYeGhSxR62E4eOzuCb9ZwzQrkRsiP7aG8Zx+5qXEo55MWhUgiihgj8PG26zQWV9lZWKC/tUrWbVA2uxSMFna4DcEusS9VK5NQcl0S8lgOpiNHBsNJ7JeHRS+EThDRDSxCu0CuMk51ej/DM/dQmtiHVRmH3BBYBTBzhCpdYmISp3i78t3VzKrET9INE0jJFVs8n9chbG/jbS3TXZ+ns34Lb3cFOjs4QYdc7Cm4pvY3RISqClLxMYl10FlV9TjoaWeOLattDdGNy3TjIlFuhOLkXkYOHKK0dwajWiTUOFVKcSb0erRX1ti6tcjuwiL+zgZ5v82w4zJk9ciEO8TeLr7n4kkLgZVX7yb3lvhSq+2WSJej6ugbNp6AYOXIlEcYGt+jR35khkxlHCM/BLaAlU0cBdIxJJwsUcncwOhLGK3FjVBixCDpg5GoQY1Hh7i1jbu5QndjXm1If3eFuL2LFXSxhFZIPkrDpiR1KQNVwCw74cxBDzvoIXW9gCKdqEDXKBGVRilP72f04EFKe6aIyg7dyNUiSy6bwXQ92ivr7C6t0VxaJdzZIttrUKFHxeyRj5vg1/F8D9fI4jslQiubcCjDVMcjKiWgxU5OOZiRK2IWhiiNTFGd2qte0irW0nxaDqShxRCPKoClJDa1YZkBD3O1vUXskDB7aSgST5lEVFIkxesStXcJm1u4u+t0NhZwt1eJug0it03gdogkEtD2gaRDRwYtVzCjgEzoIv7GMS0t9XtWhagwjD08SXF6D4WZaYxqjnbUYaO5ST/0qJRKGlOaXdEjj2C3hb+xhbe+jFHfJOc1KdIma0jWN6JvOPSMHJ5IlDid2MCLUKmKnTyZYoVCdYzi8DjZ2hiFkXFy1THMQkXZvzQCJB1Jwv4zGJaEUFLXSNP0coadBt+uUAMtOUlCLekP0t4JiS0NIbE+hmRN3Q5hr4Hb2CCobyQgtsXVN/DkO18I7CANZyh+Ei1k4oCCeGCxadkKcXEEhkawqiPY1SHCUoYmXTa7G6zsrNLzuhQKOSqFMsPZCiO5KoUwQ7DbxltZxV9fwWzvkA1aOJHElAH92KAnqieSIelq0yGSw85h5kpkyzWKtXHyIxM41RGcQkJYhagaEltGpo5Xahmm5YAcaUYwyW7FWFJlEi/p+i0sy8IUQy0mPBLjHRKHofZISPOIJV0ypGkdtw3dBrR3iRo79Bs79BS0LkEgjSFp/6KkiGJpQzHI2w65fFFth1kbx6gOExcLBKbPjtdgubXMUn2BtfoqHSmGWCbVUoX9Y/u4Z+oeJorTGH2I13dwV1cJd7cxew2VfgnV+mGIL5ItUpnJYWUKCoiAZReGyJRrZIeGMSsjIFIl9jQyMCTFI4fY3kjSWxJ/20mcqaWypHQmdtWwpGdDOhD9enKSXETcs9ADdc9JJ45lGdhSYYkDgqBHT6Vql7jbIG43CNp1+p0mnsScUlazbTLZLJlMBtt2yGYKZDKFZHASngxVMSplJD3VdOust1ZYbMyx1lqg3tvS1gMpzxWzJWZHBbCj7KnuJx8VMJsBNDrEnQ6G1yP2ekpDwkikOzErsrRitwy5Z6ZInMkTZwqQK0JW3he0KuVkstjqmESaEkOVdJiljV2aHxzUGiUhkLYK+P0trNSrRbGFHxnCAZOOlaR3ib7r0Wk1aDd3aNW38XtNbOkglDDF7agdC6ReKVVS0XfHoVAoUK7UqI1OURKXbTh03YB2GBNkDOySRWD12eqssrRzjc32Io3+Jl6Y1BjymSJTw7Mcmryf2dphcnGR3lYPd7uNE8FQMU8+axNKb6zfI9asbo9Op0e906PZD5SoWoUh7OKQqmcvNHDDWOuepaEKlcowlaEhCrmszvV2NVGlLckPDlrAJIpJymyNZZxsHitbUM/Q92MloHbG0qKqF4QsbWxz4/p11hbnae6sa7tlOWeTd0TyfIzYJ5bcVr9Pp9MmDEPK5RLTs/s5cN8JpvcfwbZyrK1vcXNhiXqvQW2qwvhslba/w/L2VbY7i+y2lnD9NtlsjkKuzMjQNPsn7mdf5QgEDreuLLM6v0YlX+LIkXuZnp4Eqav22xqT9uo7rK2uceXWAtfnl2i6AeWRSUam9qjx36q32a43NSIZHZtg//6D3HPoANPjw+RtqZilPSlhhBnFONogmGYnrLR7p19fwc7ksCWXbti4IbjCljHpdfssr29w8co15m7dxOt1qZbyTI5VGa2WKGRMpXeWdL/EIc1Gg+WlRTY2N7RjenrvAY6deJyD9x0nkytyY26Fv379HXOLc0zNjvHIz45RHDLZbS9Q7yyx3VjE9VrksnkK+bIWM2bHjjGW289uvcsXn33HpQtXGKmO8Nyzz/DAsSMamRh+B8Pt0t7dYX5hka+//xtffvcDu12Xffcc5f6HHqNYHWVzt8ny2jqLK2t0un2mJiZ45OGHePj4MWbGhrURxhbUUsAkTT+oVUpDs0qY19q4o5KmdI6a9MOIRtdnbmGFv126zOUrV2i3WoyOVLn30H4O7p1hrFoiZ4t9k8a2pLGuUd/l5q2bzM/P0XNdRidmOHriUQ4feRAzV+DC1Vuc/ug8Fy78xOTkCC++/DSH753GsNq0uivUm6v4fodsJksuV6JSnmJ86CBONMyNhWU+/PA83//tAuNj47z5i9d46vGHyQrXi3rYvku7Ifef5/wXX3L6/KfstPsK1skX/4GJ6VkarS5Lq2v88NNFLl26rIH6Iw8d56VTJ3nw6CFGy0WtiBvS4ThIzSddxTjOoBnFbyuNiISH2FlM26EXRNxY2uLMp3/lk88+Y2t7mwMH9vPkzx7nkRMPsGe8Rjkj/aRJiX3QaywNISvrKywsLrBTr5PJF5g9eC97Zg8iDeY/XLjC6T+f5buvv6eQz/HyC8/w8ktPMjtToS/xq1vX/JrQOXEUhewIGavKVt3jq29/4vTHn3L56jUmpyf59W/f4LlnnqBoWUhDuhMG9Dod5hcXOffZF3x49hz1do+HH3+KV954kwOHDqlT2G52+PrbH3jvvfe5duUKszPTvPnqK7x46mn2TY2RNU2VMiuS2FRCNemdlfGkgBF0CULpJJQUTQ7DtNhodPjqh8u8+5cz/PDjBcqVIU4++xTPPP0E9+zfw1AhS8J8pY4nyhtjGVIfDGm0G2xub1FvNjT4Hh6fYGRknI4f8s23P/L+2x/x7Zc/IJ3fzz75M373m9d49MRBDMMnjPra5Ku9sHYG28zjujaXr63y8SdfcO6zz5lfmmd67xS/+w9v8vJLJ6nmCkl0Ig0ursviyiofn/+E9z/8iO16i8eefJo3f/0bjtx7SPlmq+9z8cpN3nn7XT49f45SPs+v3niN137+Igdnp3AMU22X+E4RJDX+ptRXBx2IYT/hXUJdnRxeGHF9cY2/nPmUd/5ymrX1TR56+CHefPM1Hnv4GCOVYkI30vgzkmBZ6IRpYZmWtkO1e11ava4mfnKFPMVCiXbf5fPPv+WP/9f7/PD1BcJeyIljD/Iffv9rXjr1CEMVaa9MO7HVx0vgbrC94/LXry/z4ZmzfP7N16xtrTCzf4J//Odf8dqrLzJWrSEJaWkACIKQ5bUNzpw7z1vvvsfmzi5PPPUMv/397zh25JDGthKE35xf5f33PuD9d9/Vytiv33ydN155mQOzU5ixoYBJNcoQwKSKpo0rgx7XyCPUTmoTwzLZanX58tuf+NO7f+GTz78kVyjwyzff5FdvvsLemVEcWyrjKQ+OQ8JIym4BlmViW1IVMPGiEC8MCSSgt2Icy6brepz9+Ev+/f98m+uX5wh7MdPj07z84ou8+spzHDw4SbmU9tOm9cBOJ2ZuYZsvvvqRTz7/gh8u/Mjm7hqTe0b47R9e5403X2ZmYhJb2ynFVkesrG9x5ux5/vT222xu7/DkM0/zj3/4PQ8eTgDrhjHXbi7y3rvvc/b0GUrFPL958xe89PxJZsZHtFQk2pKxkvZ6AU1Qy4oXTRrqZNJJ4Cw5rYW1TU6f/4K33vuAH/52ganpGf7lX/4Tb77+MrWhrF5Qy3FqvyRhFyShlClCIVtbpIwCvgT08r16UZNOt8df/nyO//t/vMfOZgsjlJ4em3sPH+aFF5/hZ088wPTMkE5KJNj1IzY2ely7vsKFi9e5ePkKl69dYXVjkepIgVffeF4BO7h/HxlbTD8EYcTq2janz57jrbcEsG2efuYp/vCH33P8yD1q0Nt+wN8uXuGD9//MpZ8usGd6ijdeeYXHHz3B8FBJN5bI/eVcbSoUcxXFFLIpD9OCpcQLKHdIAAAVHElEQVTdhvSNhly9ucAHH33MB3/5iKvXbnLw0EH+23/9V9545QXyjnpcBUvEVtvL0w1S0huqtfI08BbuG6Qd1yKR9WaTd989zbtvncaI8+SyJbY2t1UyH3/iIV559RRH799LPpvwoWbb49atLa5eXWB1dZvtHfGAt7g1dw0nG/HMyUd54xcvcfToveRzeU30eUHEyuompz8+z9tvvc3W9iZPP/0U//iH33L8yGEFodHr89W333HuzFmajSYPHDvK8ydPcvjgPnKOo+AI208EQiqNIUEYU8qlgEmDbSghhWHg+iFXrt1Se3H23HmuXb/F7Ows//X/+M/88rWXKDmJFAr4onxJRkO6EgZsJenISCJPQ72SeFJxKovL67z73hm++uonpib3UakOc/naVRYWbzGzb4xXXnuep559mInhYWX6azu7XLo4x41ry9hGgVy2zK0bt/juu6/pdRscP36Y115/gccefZBKuai5dzeIWFzZ5MyZc7z91ltsbKzx6GOP8MtfvMGRw4c00SnAX7l8iYW5OUaGh3noxAmO3Xsvw1Up+srGsUhNjqMhobgz8ZaQdVIb1tMuwwQwkbDL125x+uOzfPLJZ1y9dp3pqSn+9b/8Z379xiuaP9ftLwKLbG6QQzcJpCX2dHtMUgRNtp2IJHZ6fX68dJO/fPgJSytbPPDgCcYmJ/jy26/59IvzGBmfF15+ipdfPcW9hw7p9peF1RW++/YSc9dX2TO5n4Ozh7lxbY6zZ86xsbbMoYMzvP7685x85hFGakOSiKLnRywtb3L27HneffcdVleWOHr0CC8+/zyzs3vodFqsra6ytrKEY1kK1sMnjjMxOobj2JqxSCr9iaF3xD6kH2XtNEXdTT+QxgvxMlduzPPRmbOc/+RTLl++zMTYGP/tX/+V37z5GqVsuptDq+KBXly9h17YTLusU7nTfjOUfgjD/uTLv3H23NeaYDz10kmm9kxz+pPz/Psf/52VzVs8+tSD/PJ3r/GzJ54gZ+W5Pn9Lmb0A9tgDj/Hk4z/j2sUF3vrjB8xdv87M5AhvvPE8P3/xSUZHq7oPpO9FLC9v8sknn/LB+++zuHCLvbN7eOSRhxmuVVlbW2FxYY5+t8vRI/fy+uuv8/D99+M4sr3ndlcqYSit9UIlkv44wbAwkLBOWgoXchaGEfMrG5z75DM+/Ogjfvzpb9Sqw/z2N7/hF2+8yvTEKBnb1qA0SWkn/EtTyqkKasUmbQGVa4qELW3ucPr8X/nq65+ojgzzwksnmdk7w5fffs87H7zL3y5+R7mW4+lnn+DUC6cYGxnnwoWLfP/tRUq5CieffoZ79h/g6sV53n7rz/z0/Q/kcw6vv/o8v/nly8xOjitgvi9Gf4ezZz/h7XfeZmV5kaNio049x9jYKEsL81y6eJHFxQVqlQovPH+KZ596munpKTIZW01H4Etay8RxhCYZ6kh8P2Y4n3rJQU5/kP7ZrDf469ff8t4HH/DV139V9E+dOsXrr7/G/UePMFQopH39g+7idGfuXRu47t6EI4DeWlnjvQ/PceHSNfYfOMALLz3LzN5pLl+9xblPP1G13Nxe58ChfZx87iSze2a5du0GSwurPHD0AZ57+kmGhoa4emmO99/7kC8//wLP7fPzfzjFf/rDr7hn7x7d7CCSsbq+w8dnzvOnt/7E2toqTzzxGL/4xevqDZeWlvjhhx/5/vvvNNS7//5jPHfyJA8+8ADjo1p51C4jibgzjq0SJtf0g5ixAWB9KYeHA2ph0nX76sIFsDNnz1BvNLj//vv51a9/xamTzzJeq93pZtdaQEQshlLslWWrsRRJDiNppEtasK/OL/DHd97j1twiJx46walTzzCzZ1Ind+HSZc6e+5hvv/1Ws5oPPvigAtbpdMnlcpx85iQP338YL4q5euUmpz/8mPPnz7G1tcXzp07xX/7lP3LsngPqjGQs62s7nD5zVgHb3t7h+VMn+af/+FsOH9zP1k6THy9e4ezHH/Pdd99quPPII49w6rmTnDh+lGqxQD8IcYMkvyXzkcqXeMvaQCVlZVw/0KShZUseO2J5bY3PvviCDz78CxcvXaRUKvP0s8+qaB+55xCVao1cNqv2S6tFgYixQdayNK8k77vdnm40sDJZbiws8v/86U+sb2zy3HPPcfLZJ5kYH6HZlmzIOp9+9jkffvghq2urDNeGmZic5MD+/Tz44AM8fOIEe8aHdSJz8yucO3uOjz76kOWlZZ5+6mn+93/5Zx46dq9OyvdDtWGnz3zM2++8w+7uLs89+yz/9E+/54Ejh3C9gPmVdb759ns+/+xz5ubnyOdzavwl9Hvgvns1LSWL7eliW7rRTI7yoAjix2IsfQLZaWY7OBY0uz2uXr/ORx+f4dz582xubbFn7yyPPfqYGtCDhw4xNjyivEVecgMBTOyVkFgBq75Tp93tkSsNMb+ywh/feotWu82rr77Ks089wWh1CC+KaHddvvrue/701lt88803eJ7H5OQk//Dyy/z85y9zYO8e3R0i525s7PDJ+U955923uXHjFo89+ij/2z//E088/CA5y0oAWVjl9OmPef+D99jdrfPUk8LDfsfD9x9RuyRNLfPzy/z1r19x/pPz3Jq7xfjYGCdPPsupk89wz75Zsvk8vhZAzCTjrC1VqZd0/YSRyxKZYrzTILrZavHT5ct8fO4cX3/zDVs7OwwP1zh+/DiPPvoo9xy6h7HhYU3FJBsDDA2R2q0225vbbG9v4wcBleFR1re3+fNHH6nqi2d64vFHGalIG7g42pjLc/O88977/PkvH2pmRNj/7377G1588RS1gnRIJ3nPbrvL+U8+57//j//OpUuXuP/Y/fzhd7/jhWefYrRSptf3uX5zidNnzvDhR39hd2dXVe6Xv/oljz18nEpZ9m1G9LouN+bm+OjMx5w9d1bP27tvH08/9SSPP/ooB/bvpTA0lEYuyYb/24D1vXTvo5lQUPEKg4czbO/u8tPFS3z59VdcuXqFbrdLtVbj4MGDHDp4iPHRUc3dS+hjW5ay4ka9roD1ez2NQ2sjo2zt1vnq2280E3Lq+VOcOHGcsWHZlmervVvbrfP5X7/mz3/+s6rtiePHee3Vn/PAsft0X5BogRRG/L7Lp19+xb/9278p5dm3dx8vvfA8zz39FDMT4yphN+cW+eLzz/nss89oNJscO3aUl156iYcfOs7IcFWNuSzUdr3BN9/9wKeffsq1a9fUtOzdu5fjDz7I0fvuZWpmmnKpTE7S15ZsnBlImBep2Mmuf8la9FxP9yLms9KpZ7LdaHDh0iV+uniBxYUFlQDxnFNTk9SqNVVFoRW5rLR1Q7NeV9AEyMmpaSq1mgJ249YtnGxWjf6R++5jYnyMUiGHbRipfVpM1H9zS9n5E48+QqVcVvsqKp/LOIS+x1ff/cBbb73FzRs3GK7WOHr0KI89/Ah79+zR1Pjy8go//vgjP/30ky7wgYP7ePzxxzl67Bhjo6Oah8vYFn4Ysrq2oYlEOX9+fp4gDJiZ2cN9R+7lnsP3MDk5Qa1aUdNz57kVKUkTWyQXETWScMByxONZBIGvoEkgK55pcWGReqNORuyX7Ft0XVXlcrGkn7ndHv1+j/LQEHv2zJIvFhWw7Z0dLMdhZs+MHiMjI1p8EMCl7tfqdHXwjVaTw/ccZlby9aaJL1tppPc54xAFAdfn5vjxbz+yvbWl2ZFyucz05CTjo2Oas2o0GiwtLrG8sqxEfGJijIMHDzA9Pa3URDyvSJkh/Wt9V+3cyuoKS4uL7OzuagFHONv09Axj42MKWD6b0TxZul8y2aWm4VHaoy72TJi/TEbE148jvCDQFVtfX1fvE/gBrtvH7cm2ZYtioUg2k9GCru/7lEolxsfHsaWFXJrh+n3teSiVi9r/JROVcEQ3helO6oj1zU08z9XflXI53DRTIBKcLF7Atqr8pk5WJEoO0YahoTJZJ6NOQ1Sx1Up6K8vp/UrlUgpWRu8rmRVZcQG1026zs7tDfVd29QbkczmGKkMUiyWKRSkTyh7MNKcvhUg5SXRYJEXqihLTKDcLfK1lWrath3rEMNR+BhmY2+8TBoGudDab1d+Kl5TP5FrymdQ8BYxQW6KS7KWsooCcbPqSvJMUjwM9VL1zOf1MFkkkwUlKXCptMk45RxbT83y6sqFLVDab1QUTBxREkpJJwjblUbIoei/Z8icMfrCXarDTPanDyoIIlxvsPxIV1UqSZVDKl9Ino/hSoA0UoMGzFwR1fR8L1UjAkEsLSINnVSRPF0hiriRATW4koOkENVQS75sEsLookpmVVG/K3yRol9SM73s0Gk3lgSIpMinXcxUgaWqRcEykQd7LJASIjLQzGYZKs0i7fGbL5tQ0JSPX1gUUKfJ9BcK2LS0uS2JQ0unyXiRNGnFkbklNVQrQdiIYnqd2XOxxPldIK9+ed5t8SrpP0hsyOQVA0jiOo6Iuk+/3XZUKmZAiL02/4h1FZT1ffyMXl9WW7+UzfSqBTCxIwNYBx8k95PNSsaRquL29q3aqNlzVjScCmIxFpVval+KQQDsMk6KEI5zRdvTevvS2ysOPNKZNXom2JGMbqK8AoWCIgAQhmWwCjtjpBDCxlZnEXoaRapLMVc7LSvOwbvmWLcnag5L0eKnkyCt9CFEiQGKYEzsnYp1IVbpHQvrB5Ldqb8TjWomEGYlaa4wqbcOhn6qXgJ9IsGyQktYmkXDhb6rGuax6RWFeMhmhInJvSYXrc3XSR0HoQ5FExSxTpUdAUGcl4YyZbk9OibRIYbJYIoGSxkoWTzRHJEqur+ootY1YSmrJNcSUJFpj4UjrgSaopVXprg3x2iMqT2RKJUBWUTsJxcb4iY2Ri8nKycWTtPSdB4LIuXKOVip1JZMu0WSXinTJJODKS5rsJH5M7J6ArXlutY2SGhbplusnAItEWrr6Kjn6NKnkOToC3sAByNicjKOSMZiL2rNU+gaPwBHbOPhs8EigwXcDoZFzxD6LqbCstMwmhl0nJBIljb1hqPmibqerdqFQLKqY9t2+Mm0BQ8VYG/BkRa1kYtIBZJn6V64lDF5sk0xeMnIiOTIzCarFpshvJPgdSKqocUba1cOQdrNJv9+/7YTE9vmBPHXFpFAqUSwUtOnXE08p49f7RXhuIjm5fE7bDeQ+4sllTGI7B6Bqo0wmo5RIpE8WShZGNcM06fV6ahdlzPlCQZ2UKX1jqpKpR9EOMSmTiT3Z2mZrc0N5lqRxhSJIqLS1samyKN5InwsWRXox6dYRgyvqIPxNgJPB9Xpd2u2WJhKlM1oGt7WxofXDQr6gDStifOV3cp9arabSJnxvZ2dHVU3sh4AgNk0kqVKpMjI6rPcRNe52OonaR7IYHbVFQiGqlareX+iFqJ44CbmvLHS5PEShkFdHI70gYlcFUEkyFApF5ZlyLaE/whcVtGx+UDVK2jXFOou0yIpIQ4cQOVGpibFxKkMVGo06a2trWn+UicqKC01wxEhKi6X2mJkpYAlnksE0mw0c22J0dATf81helM0LQmzLOkCxJyL2kxMTmqWQ/JmQXOF7MsFsToISdAIiMdXasFa+ZZGEpMqRPCssptls0ut2laCOjI4qvxLOWCwWlVt1ez29piyM8EBZFAF0QHOq1RpyyG/k89HRUSYmJpR827cr36nLl5UVVROxXlleZv7WnF5cUtQSgkiFZW19TaVrqFxOeFocKWB2JnkYkMSiprhqEX8x5J12GiY5TE1NEHg+83NzOqkBeZV7iNQKE5+antbry8TX1taVY+Xz8kQTtNFF3ldrVWZmZ8nnCzqx3d2dZIt1DLv1uoKkff5jozQbLQVfqIpoiYAu5LtWG6ZSGboNmKio2Ff5fHR0TIWj1WozMTHO2Pg4ubxsvxmU2fSxLL6qghhUSQbubO8oaGIjBKxqpaL6noREGQr5vKqc2BEnlS5N5Yph1kqbGOqYXq+jsaUYaUnZCF9YW1ml77ral1UqFjUVJG59uFZjZHRMUysidbtbEsB31YYKYLv1ZNVLQ2UFN5cv6HuZnKiTpJMb9QadbkdVTqRIgK/XGwqg5LnkXgJosVTS96LSYpvFsUkcLRX64ZFhXVAZo4xJzlWSLZ5XOxAlWSZ8KY7IZmTzuKHGXUATaSsXi7o6YiMkRhwYffVQUu3OJgRSWLlMVDmQuG8pxnou7WZDrykqKb8VNRBvWy4VNWDvdUVN+qrmQ5WKAqaxZUPaQF0FTF4iPa1WU+2JhE7ZXJ5ev6tSo5lRKdK2W+os5DflUol2u6OHqJ/MQXik2DzxoiK5Yu8kwyK2W76TDp1qVWytpwDKb0TrxKGIjU56XAMJuCXjFJF1EuMnfER6w8RTCMsWoykEUrlYICFT6iGFVIo6ahE4IX9CJ8Qgi5SJHet12vo7yTzISokHEmmWtInYDrfbTxbCtnUSYpvE64mnlt+rOpimSlO321HeJOospkAkM/Fy4pnR64idUyOfzdLv9VUYZDFyElEEoUptwui13SThlbInqttVSS6VRKKTuFpUVb2v51EopjzMFbIq5WwhdppilvbrWO1NFCTxmHwudinxRpLDl5SjPErGUpulJbowIX+aiJQJiKeU+EwYdByREzshZNAXGpOEUEITNFhPY887MaaB77qJF85kVHpE2mVRBBwBRK4lCyFHwqeExsgmiyTVLlIjbF48raicSorUIFKCq+RW+XnCGRNKAln1ygnd1ihGY0x5llBKK9xB46sE2fr8iiQ21H6JdDuqdLQMYkb9LiWt2q4uZFP7MiRKSB5ZIIPR3WTa+y/SmzxNKSmRJ5xPJyk9WJGw6+Q3t+8hT5IK0gBaJi+TSld9QJIH5FI4lAbwgzENAvrkGQrp5AfBy93zSALvJHJICijaNGQlTxDVcUqBOn3Wo9jhpAMx5fkDT6MlIZGeNDRKtqqlD+FRA5UCmj4yV1ZIckC3n4uULFuaLtKnoSpVGEQGkp1VsOSSuijyeMA0ekhDs7sDeu3YELXRuDWRBpFksY9yH5FcWQxtG0/BkmEmsbCAmUQpg7AtabFPFkCOJJORNp4kuCp4g+hAH5s1yHYkvTt3AqP0qSn6o3RPUnKFFPE7X6TLcvvEwSML0jvq10nIoptD0ngyif/uGuDgEZ/awXxnNQfPObv7Gjr5dLGUsUvDgzSNpPZrcK90BLfBULojZuQuyR4syO2nhN71YLUE7L8Hc/B18oS6//X6n0bg/wW6N9HN0J3gTgAAAABJRU5ErkJgg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en-US"/>
          </a:p>
        </p:txBody>
      </p:sp>
      <p:pic>
        <p:nvPicPr>
          <p:cNvPr id="30724" name="Picture 4" descr="CMR College of Pharmacy updated... - CMR College of Pharmacy"/>
          <p:cNvPicPr>
            <a:picLocks noChangeAspect="1" noChangeArrowheads="1"/>
          </p:cNvPicPr>
          <p:nvPr/>
        </p:nvPicPr>
        <p:blipFill>
          <a:blip r:embed="rId2"/>
          <a:srcRect/>
          <a:stretch>
            <a:fillRect/>
          </a:stretch>
        </p:blipFill>
        <p:spPr bwMode="auto">
          <a:xfrm>
            <a:off x="381000" y="228600"/>
            <a:ext cx="1295400" cy="1143000"/>
          </a:xfrm>
          <a:prstGeom prst="rect">
            <a:avLst/>
          </a:prstGeom>
          <a:noFill/>
        </p:spPr>
      </p:pic>
      <p:sp>
        <p:nvSpPr>
          <p:cNvPr id="30726" name="AutoShape 6" descr="CMRCET HYDERABAD - 2021 Admission Process, Ranking, Reviews, Affiliation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en-US"/>
          </a:p>
        </p:txBody>
      </p:sp>
      <p:sp>
        <p:nvSpPr>
          <p:cNvPr id="6" name="TextBox 5"/>
          <p:cNvSpPr txBox="1"/>
          <p:nvPr/>
        </p:nvSpPr>
        <p:spPr>
          <a:xfrm>
            <a:off x="4616668" y="4357548"/>
            <a:ext cx="4495800" cy="923330"/>
          </a:xfrm>
          <a:prstGeom prst="rect">
            <a:avLst/>
          </a:prstGeom>
          <a:noFill/>
        </p:spPr>
        <p:txBody>
          <a:bodyPr wrap="square" rtlCol="0">
            <a:spAutoFit/>
          </a:bodyPr>
          <a:lstStyle/>
          <a:p>
            <a:r>
              <a:rPr lang="en-US" dirty="0"/>
              <a:t>Sumit Chelluru                 (20H51A05F6)</a:t>
            </a:r>
          </a:p>
          <a:p>
            <a:r>
              <a:rPr lang="en-US" dirty="0"/>
              <a:t>Karthik </a:t>
            </a:r>
            <a:r>
              <a:rPr lang="en-US" dirty="0" err="1"/>
              <a:t>Adepu</a:t>
            </a:r>
            <a:r>
              <a:rPr lang="en-US" dirty="0"/>
              <a:t>                  (20H51A0536)</a:t>
            </a:r>
          </a:p>
          <a:p>
            <a:r>
              <a:rPr lang="en-US" dirty="0" err="1"/>
              <a:t>Y.Sanjana</a:t>
            </a:r>
            <a:r>
              <a:rPr lang="en-US" dirty="0"/>
              <a:t>                         (20H51A05M5)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a:endParaRPr>
          </a:p>
        </p:txBody>
      </p:sp>
      <p:sp>
        <p:nvSpPr>
          <p:cNvPr id="44" name="CustomShape 2"/>
          <p:cNvSpPr/>
          <p:nvPr/>
        </p:nvSpPr>
        <p:spPr>
          <a:xfrm>
            <a:off x="457200" y="457200"/>
            <a:ext cx="8381160" cy="577440"/>
          </a:xfrm>
          <a:prstGeom prst="rect">
            <a:avLst/>
          </a:prstGeom>
        </p:spPr>
        <p:txBody>
          <a:bodyPr lIns="90000" tIns="45000" rIns="90000" bIns="4500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srgbClr val="C00000"/>
                </a:solidFill>
                <a:effectLst/>
                <a:uLnTx/>
                <a:uFillTx/>
                <a:latin typeface="Calibri"/>
              </a:rPr>
              <a:t>Outline</a:t>
            </a:r>
            <a:endParaRPr kumimoji="0" sz="1800" b="0" i="0" u="none" strike="noStrike" kern="1200" cap="none" spc="0" normalizeH="0" baseline="0" noProof="0">
              <a:ln>
                <a:noFill/>
              </a:ln>
              <a:solidFill>
                <a:srgbClr val="C00000"/>
              </a:solidFill>
              <a:effectLst/>
              <a:uLnTx/>
              <a:uFillTx/>
              <a:latin typeface="Arial"/>
            </a:endParaRPr>
          </a:p>
        </p:txBody>
      </p:sp>
      <p:sp>
        <p:nvSpPr>
          <p:cNvPr id="45" name="CustomShape 3"/>
          <p:cNvSpPr/>
          <p:nvPr/>
        </p:nvSpPr>
        <p:spPr>
          <a:xfrm>
            <a:off x="914400" y="1639740"/>
            <a:ext cx="6477000" cy="4380060"/>
          </a:xfrm>
          <a:prstGeom prst="rect">
            <a:avLst/>
          </a:prstGeom>
        </p:spPr>
        <p:txBody>
          <a:bodyPr lIns="90000" tIns="45000" rIns="90000" bIns="45000"/>
          <a:lstStyle/>
          <a:p>
            <a:pPr marL="0" marR="0" lvl="0" indent="0" algn="l" defTabSz="914400" rtl="0" eaLnBrk="1" fontAlgn="auto" latinLnBrk="0" hangingPunct="1">
              <a:lnSpc>
                <a:spcPct val="150000"/>
              </a:lnSpc>
              <a:spcBef>
                <a:spcPts val="0"/>
              </a:spcBef>
              <a:spcAft>
                <a:spcPts val="0"/>
              </a:spcAft>
              <a:buClrTx/>
              <a:buSzTx/>
              <a:buFont typeface="Arial" pitchFamily="34" charset="0"/>
              <a:buChar char="•"/>
              <a:tabLst/>
              <a:defRPr/>
            </a:pPr>
            <a:r>
              <a:rPr kumimoji="0" lang="en-IN" sz="2000" b="1" i="0" u="none" strike="noStrike" kern="1200" cap="none" spc="0" normalizeH="0" baseline="0" noProof="0" dirty="0">
                <a:ln>
                  <a:noFill/>
                </a:ln>
                <a:solidFill>
                  <a:srgbClr val="000000"/>
                </a:solidFill>
                <a:effectLst/>
                <a:uLnTx/>
                <a:uFillTx/>
                <a:latin typeface="Bookman Old Style" pitchFamily="18" charset="0"/>
              </a:rPr>
              <a:t> Abstract </a:t>
            </a:r>
          </a:p>
          <a:p>
            <a:pPr marL="0" marR="0" lvl="0" indent="0" algn="l" defTabSz="914400" rtl="0" eaLnBrk="1" fontAlgn="auto" latinLnBrk="0" hangingPunct="1">
              <a:lnSpc>
                <a:spcPct val="150000"/>
              </a:lnSpc>
              <a:spcBef>
                <a:spcPts val="0"/>
              </a:spcBef>
              <a:spcAft>
                <a:spcPts val="0"/>
              </a:spcAft>
              <a:buClrTx/>
              <a:buSzTx/>
              <a:buFont typeface="Arial" pitchFamily="34" charset="0"/>
              <a:buChar char="•"/>
              <a:tabLst/>
              <a:defRPr/>
            </a:pPr>
            <a:r>
              <a:rPr kumimoji="0" lang="en-IN" sz="2000" b="1" i="0" u="none" strike="noStrike" kern="1200" cap="none" spc="0" normalizeH="0" baseline="0" noProof="0" dirty="0">
                <a:ln>
                  <a:noFill/>
                </a:ln>
                <a:solidFill>
                  <a:srgbClr val="000000"/>
                </a:solidFill>
                <a:effectLst/>
                <a:uLnTx/>
                <a:uFillTx/>
                <a:latin typeface="Bookman Old Style" pitchFamily="18" charset="0"/>
              </a:rPr>
              <a:t> Introduction </a:t>
            </a:r>
          </a:p>
          <a:p>
            <a:pPr marL="0" marR="0" lvl="0" indent="0" algn="l" defTabSz="914400" rtl="0" eaLnBrk="1" fontAlgn="auto" latinLnBrk="0" hangingPunct="1">
              <a:lnSpc>
                <a:spcPct val="150000"/>
              </a:lnSpc>
              <a:spcBef>
                <a:spcPts val="0"/>
              </a:spcBef>
              <a:spcAft>
                <a:spcPts val="0"/>
              </a:spcAft>
              <a:buClrTx/>
              <a:buSzTx/>
              <a:buFont typeface="Arial"/>
              <a:buChar char="•"/>
              <a:tabLst/>
              <a:defRPr/>
            </a:pPr>
            <a:r>
              <a:rPr kumimoji="0" lang="en-IN" sz="2000" b="1" i="0" u="none" strike="noStrike" kern="1200" cap="none" spc="0" normalizeH="0" baseline="0" noProof="0" dirty="0">
                <a:ln>
                  <a:noFill/>
                </a:ln>
                <a:solidFill>
                  <a:srgbClr val="000000"/>
                </a:solidFill>
                <a:effectLst/>
                <a:uLnTx/>
                <a:uFillTx/>
                <a:latin typeface="Bookman Old Style" pitchFamily="18" charset="0"/>
              </a:rPr>
              <a:t> Research Objective </a:t>
            </a:r>
          </a:p>
          <a:p>
            <a:pPr marL="0" marR="0" lvl="0" indent="0" algn="l" defTabSz="914400" rtl="0" eaLnBrk="1" fontAlgn="auto" latinLnBrk="0" hangingPunct="1">
              <a:lnSpc>
                <a:spcPct val="150000"/>
              </a:lnSpc>
              <a:spcBef>
                <a:spcPts val="0"/>
              </a:spcBef>
              <a:spcAft>
                <a:spcPts val="0"/>
              </a:spcAft>
              <a:buClrTx/>
              <a:buSzTx/>
              <a:buFont typeface="Arial" pitchFamily="34" charset="0"/>
              <a:buChar char="•"/>
              <a:tabLst/>
              <a:defRPr/>
            </a:pPr>
            <a:r>
              <a:rPr kumimoji="0" lang="en-IN" sz="2000" b="1" i="0" u="none" strike="noStrike" kern="1200" cap="none" spc="0" normalizeH="0" baseline="0" noProof="0" dirty="0">
                <a:ln>
                  <a:noFill/>
                </a:ln>
                <a:solidFill>
                  <a:srgbClr val="000000"/>
                </a:solidFill>
                <a:effectLst/>
                <a:uLnTx/>
                <a:uFillTx/>
                <a:latin typeface="Bookman Old Style" pitchFamily="18" charset="0"/>
              </a:rPr>
              <a:t> Problem Definition</a:t>
            </a:r>
          </a:p>
          <a:p>
            <a:pPr marL="0" marR="0" lvl="0" indent="0" algn="l" defTabSz="914400" rtl="0" eaLnBrk="1" fontAlgn="auto" latinLnBrk="0" hangingPunct="1">
              <a:lnSpc>
                <a:spcPct val="150000"/>
              </a:lnSpc>
              <a:spcBef>
                <a:spcPts val="0"/>
              </a:spcBef>
              <a:spcAft>
                <a:spcPts val="0"/>
              </a:spcAft>
              <a:buClrTx/>
              <a:buSzTx/>
              <a:buFont typeface="Arial" pitchFamily="34" charset="0"/>
              <a:buChar char="•"/>
              <a:tabLst/>
              <a:defRPr/>
            </a:pPr>
            <a:r>
              <a:rPr kumimoji="0" lang="en-IN" sz="2000" b="1" i="0" u="none" strike="noStrike" kern="1200" cap="none" spc="0" normalizeH="0" baseline="0" noProof="0" dirty="0">
                <a:ln>
                  <a:noFill/>
                </a:ln>
                <a:solidFill>
                  <a:srgbClr val="000000"/>
                </a:solidFill>
                <a:effectLst/>
                <a:uLnTx/>
                <a:uFillTx/>
                <a:latin typeface="Bookman Old Style" pitchFamily="18" charset="0"/>
              </a:rPr>
              <a:t> Scope of the Project</a:t>
            </a:r>
          </a:p>
          <a:p>
            <a:pPr marL="0" marR="0" lvl="0" indent="0" algn="l" defTabSz="914400" rtl="0" eaLnBrk="1" fontAlgn="auto" latinLnBrk="0" hangingPunct="1">
              <a:lnSpc>
                <a:spcPct val="150000"/>
              </a:lnSpc>
              <a:spcBef>
                <a:spcPts val="0"/>
              </a:spcBef>
              <a:spcAft>
                <a:spcPts val="0"/>
              </a:spcAft>
              <a:buClrTx/>
              <a:buSzTx/>
              <a:buFont typeface="Arial" pitchFamily="34" charset="0"/>
              <a:buChar char="•"/>
              <a:tabLst/>
              <a:defRPr/>
            </a:pPr>
            <a:r>
              <a:rPr kumimoji="0" lang="en-IN" sz="2000" b="1" i="0" u="none" strike="noStrike" kern="1200" cap="none" spc="0" normalizeH="0" baseline="0" noProof="0" dirty="0">
                <a:ln>
                  <a:noFill/>
                </a:ln>
                <a:solidFill>
                  <a:srgbClr val="000000"/>
                </a:solidFill>
                <a:effectLst/>
                <a:uLnTx/>
                <a:uFillTx/>
                <a:latin typeface="Bookman Old Style" pitchFamily="18" charset="0"/>
              </a:rPr>
              <a:t> Literature Review</a:t>
            </a:r>
          </a:p>
          <a:p>
            <a:pPr marL="0" marR="0" lvl="0" indent="0" algn="l" defTabSz="914400" rtl="0" eaLnBrk="1" fontAlgn="auto" latinLnBrk="0" hangingPunct="1">
              <a:lnSpc>
                <a:spcPct val="150000"/>
              </a:lnSpc>
              <a:spcBef>
                <a:spcPts val="0"/>
              </a:spcBef>
              <a:spcAft>
                <a:spcPts val="0"/>
              </a:spcAft>
              <a:buClrTx/>
              <a:buSzTx/>
              <a:buFont typeface="Arial" pitchFamily="34" charset="0"/>
              <a:buChar char="•"/>
              <a:tabLst/>
              <a:defRPr/>
            </a:pPr>
            <a:r>
              <a:rPr kumimoji="0" lang="en-IN" sz="2000" b="1" i="0" u="none" strike="noStrike" kern="1200" cap="none" spc="0" normalizeH="0" baseline="0" noProof="0" dirty="0">
                <a:ln>
                  <a:noFill/>
                </a:ln>
                <a:solidFill>
                  <a:srgbClr val="000000"/>
                </a:solidFill>
                <a:effectLst/>
                <a:uLnTx/>
                <a:uFillTx/>
                <a:latin typeface="Bookman Old Style" pitchFamily="18" charset="0"/>
              </a:rPr>
              <a:t> Implementation of Existing system</a:t>
            </a:r>
          </a:p>
          <a:p>
            <a:pPr marL="0" marR="0" lvl="0" indent="0" algn="l" defTabSz="914400" rtl="0" eaLnBrk="1" fontAlgn="auto" latinLnBrk="0" hangingPunct="1">
              <a:lnSpc>
                <a:spcPct val="150000"/>
              </a:lnSpc>
              <a:spcBef>
                <a:spcPts val="0"/>
              </a:spcBef>
              <a:spcAft>
                <a:spcPts val="0"/>
              </a:spcAft>
              <a:buClrTx/>
              <a:buSzTx/>
              <a:buFont typeface="Arial" pitchFamily="34" charset="0"/>
              <a:buChar char="•"/>
              <a:tabLst/>
              <a:defRPr/>
            </a:pPr>
            <a:r>
              <a:rPr kumimoji="0" lang="en-IN" sz="2000" b="1" i="0" u="none" strike="noStrike" kern="1200" cap="none" spc="0" normalizeH="0" baseline="0" noProof="0" dirty="0">
                <a:ln>
                  <a:noFill/>
                </a:ln>
                <a:solidFill>
                  <a:srgbClr val="000000"/>
                </a:solidFill>
                <a:effectLst/>
                <a:uLnTx/>
                <a:uFillTx/>
                <a:latin typeface="Bookman Old Style" pitchFamily="18" charset="0"/>
              </a:rPr>
              <a:t> Conclusion</a:t>
            </a:r>
          </a:p>
          <a:p>
            <a:pPr marL="0" marR="0" lvl="0" indent="0" algn="l" defTabSz="914400" rtl="0" eaLnBrk="1" fontAlgn="auto" latinLnBrk="0" hangingPunct="1">
              <a:lnSpc>
                <a:spcPct val="150000"/>
              </a:lnSpc>
              <a:spcBef>
                <a:spcPts val="0"/>
              </a:spcBef>
              <a:spcAft>
                <a:spcPts val="0"/>
              </a:spcAft>
              <a:buClrTx/>
              <a:buSzTx/>
              <a:buFont typeface="Arial" pitchFamily="34" charset="0"/>
              <a:buChar char="•"/>
              <a:tabLst/>
              <a:defRPr/>
            </a:pPr>
            <a:r>
              <a:rPr kumimoji="0" lang="en-IN" sz="2000" b="1" i="0" u="none" strike="noStrike" kern="1200" cap="none" spc="0" normalizeH="0" baseline="0" noProof="0" dirty="0">
                <a:ln>
                  <a:noFill/>
                </a:ln>
                <a:solidFill>
                  <a:srgbClr val="000000"/>
                </a:solidFill>
                <a:effectLst/>
                <a:uLnTx/>
                <a:uFillTx/>
                <a:latin typeface="Bookman Old Style" pitchFamily="18" charset="0"/>
              </a:rPr>
              <a:t> References</a:t>
            </a:r>
            <a:r>
              <a:rPr kumimoji="0" lang="en-IN" sz="2800" b="1" i="0" u="none" strike="noStrike" kern="1200" cap="none" spc="0" normalizeH="0" baseline="0" noProof="0" dirty="0">
                <a:ln>
                  <a:noFill/>
                </a:ln>
                <a:solidFill>
                  <a:srgbClr val="000000"/>
                </a:solidFill>
                <a:effectLst/>
                <a:uLnTx/>
                <a:uFillTx/>
                <a:latin typeface="Calibri"/>
              </a:rPr>
              <a:t>	</a:t>
            </a:r>
            <a:endParaRPr kumimoji="0" sz="1800" b="0" i="0" u="none" strike="noStrike" kern="1200" cap="none" spc="0" normalizeH="0" baseline="0" noProof="0" dirty="0">
              <a:ln>
                <a:noFill/>
              </a:ln>
              <a:solidFill>
                <a:prstClr val="black"/>
              </a:solidFill>
              <a:effectLst/>
              <a:uLnTx/>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CustomShape 1"/>
          <p:cNvSpPr/>
          <p:nvPr/>
        </p:nvSpPr>
        <p:spPr>
          <a:xfrm>
            <a:off x="495180" y="3771360"/>
            <a:ext cx="8076600" cy="75600"/>
          </a:xfrm>
          <a:prstGeom prst="rect">
            <a:avLst/>
          </a:prstGeom>
          <a:solidFill>
            <a:srgbClr val="7030A0"/>
          </a:solidFill>
          <a:ln w="25560">
            <a:solidFill>
              <a:srgbClr val="3A5F8B"/>
            </a:solidFill>
            <a:round/>
          </a:ln>
        </p:spPr>
        <p:txBody>
          <a:bodyPr/>
          <a:lstStyle/>
          <a:p>
            <a:endParaRPr lang="en-US"/>
          </a:p>
        </p:txBody>
      </p:sp>
      <p:sp>
        <p:nvSpPr>
          <p:cNvPr id="83" name="CustomShape 2"/>
          <p:cNvSpPr/>
          <p:nvPr/>
        </p:nvSpPr>
        <p:spPr>
          <a:xfrm>
            <a:off x="419220" y="3048840"/>
            <a:ext cx="8152560" cy="760320"/>
          </a:xfrm>
          <a:prstGeom prst="rect">
            <a:avLst/>
          </a:prstGeom>
        </p:spPr>
        <p:txBody>
          <a:bodyPr lIns="90000" tIns="45000" rIns="90000" bIns="45000"/>
          <a:lstStyle/>
          <a:p>
            <a:pPr algn="ctr">
              <a:lnSpc>
                <a:spcPct val="100000"/>
              </a:lnSpc>
            </a:pPr>
            <a:r>
              <a:rPr lang="en-IN" sz="4400" b="1" dirty="0">
                <a:solidFill>
                  <a:srgbClr val="000000"/>
                </a:solidFill>
                <a:latin typeface="Arial Black" panose="020B0A04020102020204" pitchFamily="34" charset="0"/>
              </a:rPr>
              <a:t>Abstract </a:t>
            </a:r>
            <a:endParaRPr dirty="0">
              <a:latin typeface="Arial Black" panose="020B0A04020102020204" pitchFamily="34" charset="0"/>
            </a:endParaRPr>
          </a:p>
        </p:txBody>
      </p:sp>
      <p:sp>
        <p:nvSpPr>
          <p:cNvPr id="84" name="CustomShape 3"/>
          <p:cNvSpPr/>
          <p:nvPr/>
        </p:nvSpPr>
        <p:spPr>
          <a:xfrm>
            <a:off x="685800" y="1295280"/>
            <a:ext cx="7619400" cy="775800"/>
          </a:xfrm>
          <a:prstGeom prst="rect">
            <a:avLst/>
          </a:prstGeom>
        </p:spPr>
        <p:txBody>
          <a:bodyPr lIns="90000" tIns="45000" rIns="90000" bIns="45000"/>
          <a:lstStyle/>
          <a:p>
            <a:pPr>
              <a:lnSpc>
                <a:spcPct val="150000"/>
              </a:lnSpc>
            </a:pPr>
            <a:endParaRPr/>
          </a:p>
          <a:p>
            <a:pPr>
              <a:lnSpc>
                <a:spcPct val="100000"/>
              </a:lnSpc>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381420" y="874711"/>
            <a:ext cx="8381160" cy="75600"/>
          </a:xfrm>
          <a:prstGeom prst="rect">
            <a:avLst/>
          </a:prstGeom>
          <a:solidFill>
            <a:srgbClr val="7030A0"/>
          </a:solidFill>
          <a:ln w="25560">
            <a:solidFill>
              <a:srgbClr val="3A5F8B"/>
            </a:solidFill>
            <a:round/>
          </a:ln>
        </p:spPr>
        <p:txBody>
          <a:bodyPr/>
          <a:lstStyle/>
          <a:p>
            <a:endParaRPr lang="en-US"/>
          </a:p>
        </p:txBody>
      </p:sp>
      <p:sp>
        <p:nvSpPr>
          <p:cNvPr id="5" name="TextBox 4"/>
          <p:cNvSpPr txBox="1"/>
          <p:nvPr/>
        </p:nvSpPr>
        <p:spPr>
          <a:xfrm>
            <a:off x="533400" y="249047"/>
            <a:ext cx="3657600" cy="584775"/>
          </a:xfrm>
          <a:prstGeom prst="rect">
            <a:avLst/>
          </a:prstGeom>
          <a:noFill/>
        </p:spPr>
        <p:txBody>
          <a:bodyPr wrap="square" rtlCol="0">
            <a:spAutoFit/>
          </a:bodyPr>
          <a:lstStyle/>
          <a:p>
            <a:r>
              <a:rPr lang="en-US" sz="3200" b="1" dirty="0">
                <a:solidFill>
                  <a:srgbClr val="C00000"/>
                </a:solidFill>
                <a:latin typeface="Calibri" panose="020F0502020204030204" pitchFamily="34" charset="0"/>
              </a:rPr>
              <a:t>ABSTRACT</a:t>
            </a:r>
          </a:p>
        </p:txBody>
      </p:sp>
      <p:sp>
        <p:nvSpPr>
          <p:cNvPr id="7" name="TextBox 6"/>
          <p:cNvSpPr txBox="1"/>
          <p:nvPr/>
        </p:nvSpPr>
        <p:spPr>
          <a:xfrm>
            <a:off x="236110" y="1142400"/>
            <a:ext cx="8634095" cy="8052435"/>
          </a:xfrm>
          <a:prstGeom prst="rect">
            <a:avLst/>
          </a:prstGeom>
          <a:noFill/>
        </p:spPr>
        <p:txBody>
          <a:bodyPr wrap="square" rtlCol="0">
            <a:noAutofit/>
          </a:bodyPr>
          <a:lstStyle/>
          <a:p>
            <a:pPr marL="0" marR="0" algn="just">
              <a:lnSpc>
                <a:spcPct val="107000"/>
              </a:lnSpc>
              <a:spcBef>
                <a:spcPts val="0"/>
              </a:spcBef>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Text and Video Summarization tool is a revolutionary approach to manage time and immense amount of data; one must go through. Current text summarization tools struggle to summarize large text files accurately and consistently, especially when dealing with different document formats and file lengths.</a:t>
            </a:r>
          </a:p>
          <a:p>
            <a:pPr marL="0" marR="0" algn="just">
              <a:lnSpc>
                <a:spcPct val="107000"/>
              </a:lnSpc>
              <a:spcBef>
                <a:spcPts val="0"/>
              </a:spcBef>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This tool efficiently handles condenses large amounts of text to meet the growing need for more efficient information consumption accessible</a:t>
            </a:r>
            <a:r>
              <a:rPr lang="en-IN" sz="1800" kern="100" spc="-20" dirty="0">
                <a:effectLst/>
                <a:latin typeface="Calibri" panose="020F0502020204030204" pitchFamily="34" charset="0"/>
                <a:ea typeface="Calibri" panose="020F0502020204030204" pitchFamily="34" charset="0"/>
                <a:cs typeface="Times New Roman" panose="02020603050405020304" pitchFamily="18" charset="0"/>
              </a:rPr>
              <a:t>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to</a:t>
            </a:r>
            <a:r>
              <a:rPr lang="en-IN" sz="1800" kern="100" spc="-20" dirty="0">
                <a:effectLst/>
                <a:latin typeface="Calibri" panose="020F0502020204030204" pitchFamily="34" charset="0"/>
                <a:ea typeface="Calibri" panose="020F0502020204030204" pitchFamily="34" charset="0"/>
                <a:cs typeface="Times New Roman" panose="02020603050405020304" pitchFamily="18" charset="0"/>
              </a:rPr>
              <a:t>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all</a:t>
            </a:r>
            <a:r>
              <a:rPr lang="en-IN" sz="1800" kern="100" spc="-20" dirty="0">
                <a:effectLst/>
                <a:latin typeface="Calibri" panose="020F0502020204030204" pitchFamily="34" charset="0"/>
                <a:ea typeface="Calibri" panose="020F0502020204030204" pitchFamily="34" charset="0"/>
                <a:cs typeface="Times New Roman" panose="02020603050405020304" pitchFamily="18" charset="0"/>
              </a:rPr>
              <a:t>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with</a:t>
            </a:r>
            <a:r>
              <a:rPr lang="en-IN" sz="1800" kern="100" spc="-20" dirty="0">
                <a:effectLst/>
                <a:latin typeface="Calibri" panose="020F0502020204030204" pitchFamily="34" charset="0"/>
                <a:ea typeface="Calibri" panose="020F0502020204030204" pitchFamily="34" charset="0"/>
                <a:cs typeface="Times New Roman" panose="02020603050405020304" pitchFamily="18" charset="0"/>
              </a:rPr>
              <a:t>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a:t>
            </a:r>
            <a:r>
              <a:rPr lang="en-IN" sz="1800" kern="100" spc="-20" dirty="0">
                <a:effectLst/>
                <a:latin typeface="Calibri" panose="020F0502020204030204" pitchFamily="34" charset="0"/>
                <a:ea typeface="Calibri" panose="020F0502020204030204" pitchFamily="34" charset="0"/>
                <a:cs typeface="Times New Roman" panose="02020603050405020304" pitchFamily="18" charset="0"/>
              </a:rPr>
              <a:t>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user-friendly</a:t>
            </a:r>
            <a:r>
              <a:rPr lang="en-IN" sz="1800" kern="100" spc="-20" dirty="0">
                <a:effectLst/>
                <a:latin typeface="Calibri" panose="020F0502020204030204" pitchFamily="34" charset="0"/>
                <a:ea typeface="Calibri" panose="020F0502020204030204" pitchFamily="34" charset="0"/>
                <a:cs typeface="Times New Roman" panose="02020603050405020304" pitchFamily="18" charset="0"/>
              </a:rPr>
              <a:t> </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interface</a:t>
            </a:r>
            <a:r>
              <a:rPr lang="en-IN" sz="1800" kern="100" dirty="0">
                <a:solidFill>
                  <a:srgbClr val="212121"/>
                </a:solidFill>
                <a:effectLst/>
                <a:latin typeface="Calibri" panose="020F0502020204030204" pitchFamily="34" charset="0"/>
                <a:ea typeface="Calibri" panose="020F0502020204030204" pitchFamily="34" charset="0"/>
                <a:cs typeface="Times New Roman" panose="02020603050405020304" pitchFamily="18" charset="0"/>
              </a:rPr>
              <a:t>. By integrating innovative methodologies, advanced NLP techniques, and a diverse dataset enriched with human insights, this project aims to advance the field of automated text summarization, contributing to more effective information condensation.</a:t>
            </a:r>
          </a:p>
          <a:p>
            <a:pPr marL="0" marR="0" algn="just">
              <a:lnSpc>
                <a:spcPct val="107000"/>
              </a:lnSpc>
              <a:spcBef>
                <a:spcPts val="0"/>
              </a:spcBef>
              <a:spcAft>
                <a:spcPts val="800"/>
              </a:spcAft>
            </a:pPr>
            <a:r>
              <a:rPr lang="en-IN" sz="1800" kern="100" dirty="0">
                <a:solidFill>
                  <a:srgbClr val="212121"/>
                </a:solidFill>
                <a:effectLst/>
                <a:latin typeface="Calibri" panose="020F0502020204030204" pitchFamily="34" charset="0"/>
                <a:ea typeface="Calibri" panose="020F0502020204030204" pitchFamily="34" charset="0"/>
                <a:cs typeface="Times New Roman" panose="02020603050405020304" pitchFamily="18" charset="0"/>
              </a:rPr>
              <a:t>The</a:t>
            </a:r>
            <a:r>
              <a:rPr lang="en-IN" sz="1800" kern="100" spc="-65" dirty="0">
                <a:solidFill>
                  <a:srgbClr val="212121"/>
                </a:solidFill>
                <a:effectLst/>
                <a:latin typeface="Calibri" panose="020F0502020204030204" pitchFamily="34" charset="0"/>
                <a:ea typeface="Calibri" panose="020F0502020204030204" pitchFamily="34" charset="0"/>
                <a:cs typeface="Times New Roman" panose="02020603050405020304" pitchFamily="18" charset="0"/>
              </a:rPr>
              <a:t> tool </a:t>
            </a:r>
            <a:r>
              <a:rPr lang="en-IN" sz="1800" kern="100" dirty="0">
                <a:solidFill>
                  <a:srgbClr val="212121"/>
                </a:solidFill>
                <a:effectLst/>
                <a:latin typeface="Calibri" panose="020F0502020204030204" pitchFamily="34" charset="0"/>
                <a:ea typeface="Calibri" panose="020F0502020204030204" pitchFamily="34" charset="0"/>
                <a:cs typeface="Times New Roman" panose="02020603050405020304" pitchFamily="18" charset="0"/>
              </a:rPr>
              <a:t>streamlines</a:t>
            </a:r>
            <a:r>
              <a:rPr lang="en-IN" sz="1800" kern="100" spc="-60" dirty="0">
                <a:solidFill>
                  <a:srgbClr val="212121"/>
                </a:solidFill>
                <a:effectLst/>
                <a:latin typeface="Calibri" panose="020F0502020204030204" pitchFamily="34" charset="0"/>
                <a:ea typeface="Calibri" panose="020F0502020204030204" pitchFamily="34" charset="0"/>
                <a:cs typeface="Times New Roman" panose="02020603050405020304" pitchFamily="18" charset="0"/>
              </a:rPr>
              <a:t> </a:t>
            </a:r>
            <a:r>
              <a:rPr lang="en-IN" sz="1800" kern="100" dirty="0">
                <a:solidFill>
                  <a:srgbClr val="212121"/>
                </a:solidFill>
                <a:effectLst/>
                <a:latin typeface="Calibri" panose="020F0502020204030204" pitchFamily="34" charset="0"/>
                <a:ea typeface="Calibri" panose="020F0502020204030204" pitchFamily="34" charset="0"/>
                <a:cs typeface="Times New Roman" panose="02020603050405020304" pitchFamily="18" charset="0"/>
              </a:rPr>
              <a:t>text summarization as well as video summarization capabilities into one umbrella, providing its users option and choice of even summarizing audio as well, this</a:t>
            </a:r>
            <a:r>
              <a:rPr lang="en-IN" sz="1800" kern="100" spc="-50" dirty="0">
                <a:solidFill>
                  <a:srgbClr val="212121"/>
                </a:solidFill>
                <a:effectLst/>
                <a:latin typeface="Calibri" panose="020F0502020204030204" pitchFamily="34" charset="0"/>
                <a:ea typeface="Calibri" panose="020F0502020204030204" pitchFamily="34" charset="0"/>
                <a:cs typeface="Times New Roman" panose="02020603050405020304" pitchFamily="18" charset="0"/>
              </a:rPr>
              <a:t> </a:t>
            </a:r>
            <a:r>
              <a:rPr lang="en-IN" sz="1800" kern="100" dirty="0">
                <a:solidFill>
                  <a:srgbClr val="212121"/>
                </a:solidFill>
                <a:effectLst/>
                <a:latin typeface="Calibri" panose="020F0502020204030204" pitchFamily="34" charset="0"/>
                <a:ea typeface="Calibri" panose="020F0502020204030204" pitchFamily="34" charset="0"/>
                <a:cs typeface="Times New Roman" panose="02020603050405020304" pitchFamily="18" charset="0"/>
              </a:rPr>
              <a:t>system</a:t>
            </a:r>
            <a:r>
              <a:rPr lang="en-IN" sz="1800" kern="100" spc="-40" dirty="0">
                <a:solidFill>
                  <a:srgbClr val="212121"/>
                </a:solidFill>
                <a:effectLst/>
                <a:latin typeface="Calibri" panose="020F0502020204030204" pitchFamily="34" charset="0"/>
                <a:ea typeface="Calibri" panose="020F0502020204030204" pitchFamily="34" charset="0"/>
                <a:cs typeface="Times New Roman" panose="02020603050405020304" pitchFamily="18" charset="0"/>
              </a:rPr>
              <a:t> </a:t>
            </a:r>
            <a:r>
              <a:rPr lang="en-IN" sz="1800" kern="100" dirty="0">
                <a:solidFill>
                  <a:srgbClr val="212121"/>
                </a:solidFill>
                <a:effectLst/>
                <a:latin typeface="Calibri" panose="020F0502020204030204" pitchFamily="34" charset="0"/>
                <a:ea typeface="Calibri" panose="020F0502020204030204" pitchFamily="34" charset="0"/>
                <a:cs typeface="Times New Roman" panose="02020603050405020304" pitchFamily="18" charset="0"/>
              </a:rPr>
              <a:t>offers</a:t>
            </a:r>
            <a:r>
              <a:rPr lang="en-IN" sz="1800" kern="100" spc="-50" dirty="0">
                <a:solidFill>
                  <a:srgbClr val="212121"/>
                </a:solidFill>
                <a:effectLst/>
                <a:latin typeface="Calibri" panose="020F0502020204030204" pitchFamily="34" charset="0"/>
                <a:ea typeface="Calibri" panose="020F0502020204030204" pitchFamily="34" charset="0"/>
                <a:cs typeface="Times New Roman" panose="02020603050405020304" pitchFamily="18" charset="0"/>
              </a:rPr>
              <a:t> </a:t>
            </a:r>
            <a:r>
              <a:rPr lang="en-IN" sz="1800" kern="100" dirty="0">
                <a:solidFill>
                  <a:srgbClr val="212121"/>
                </a:solidFill>
                <a:effectLst/>
                <a:latin typeface="Calibri" panose="020F0502020204030204" pitchFamily="34" charset="0"/>
                <a:ea typeface="Calibri" panose="020F0502020204030204" pitchFamily="34" charset="0"/>
                <a:cs typeface="Times New Roman" panose="02020603050405020304" pitchFamily="18" charset="0"/>
              </a:rPr>
              <a:t>a</a:t>
            </a:r>
            <a:r>
              <a:rPr lang="en-IN" sz="1800" kern="100" spc="-45" dirty="0">
                <a:solidFill>
                  <a:srgbClr val="212121"/>
                </a:solidFill>
                <a:effectLst/>
                <a:latin typeface="Calibri" panose="020F0502020204030204" pitchFamily="34" charset="0"/>
                <a:ea typeface="Calibri" panose="020F0502020204030204" pitchFamily="34" charset="0"/>
                <a:cs typeface="Times New Roman" panose="02020603050405020304" pitchFamily="18" charset="0"/>
              </a:rPr>
              <a:t> </a:t>
            </a:r>
            <a:r>
              <a:rPr lang="en-IN" sz="1800" kern="100" dirty="0">
                <a:solidFill>
                  <a:srgbClr val="212121"/>
                </a:solidFill>
                <a:effectLst/>
                <a:latin typeface="Calibri" panose="020F0502020204030204" pitchFamily="34" charset="0"/>
                <a:ea typeface="Calibri" panose="020F0502020204030204" pitchFamily="34" charset="0"/>
                <a:cs typeface="Times New Roman" panose="02020603050405020304" pitchFamily="18" charset="0"/>
              </a:rPr>
              <a:t>seamless</a:t>
            </a:r>
            <a:r>
              <a:rPr lang="en-IN" sz="1800" kern="100" spc="-50" dirty="0">
                <a:solidFill>
                  <a:srgbClr val="212121"/>
                </a:solidFill>
                <a:effectLst/>
                <a:latin typeface="Calibri" panose="020F0502020204030204" pitchFamily="34" charset="0"/>
                <a:ea typeface="Calibri" panose="020F0502020204030204" pitchFamily="34" charset="0"/>
                <a:cs typeface="Times New Roman" panose="02020603050405020304" pitchFamily="18" charset="0"/>
              </a:rPr>
              <a:t> </a:t>
            </a:r>
            <a:r>
              <a:rPr lang="en-IN" sz="1800" kern="100" dirty="0">
                <a:solidFill>
                  <a:srgbClr val="212121"/>
                </a:solidFill>
                <a:effectLst/>
                <a:latin typeface="Calibri" panose="020F0502020204030204" pitchFamily="34" charset="0"/>
                <a:ea typeface="Calibri" panose="020F0502020204030204" pitchFamily="34" charset="0"/>
                <a:cs typeface="Times New Roman" panose="02020603050405020304" pitchFamily="18" charset="0"/>
              </a:rPr>
              <a:t>and</a:t>
            </a:r>
            <a:r>
              <a:rPr lang="en-IN" sz="1800" kern="100" spc="-40" dirty="0">
                <a:solidFill>
                  <a:srgbClr val="212121"/>
                </a:solidFill>
                <a:effectLst/>
                <a:latin typeface="Calibri" panose="020F0502020204030204" pitchFamily="34" charset="0"/>
                <a:ea typeface="Calibri" panose="020F0502020204030204" pitchFamily="34" charset="0"/>
                <a:cs typeface="Times New Roman" panose="02020603050405020304" pitchFamily="18" charset="0"/>
              </a:rPr>
              <a:t> </a:t>
            </a:r>
            <a:r>
              <a:rPr lang="en-IN" sz="1800" kern="100" dirty="0">
                <a:solidFill>
                  <a:srgbClr val="212121"/>
                </a:solidFill>
                <a:effectLst/>
                <a:latin typeface="Calibri" panose="020F0502020204030204" pitchFamily="34" charset="0"/>
                <a:ea typeface="Calibri" panose="020F0502020204030204" pitchFamily="34" charset="0"/>
                <a:cs typeface="Times New Roman" panose="02020603050405020304" pitchFamily="18" charset="0"/>
              </a:rPr>
              <a:t>responsive</a:t>
            </a:r>
            <a:r>
              <a:rPr lang="en-IN" sz="1800" kern="100" spc="-45" dirty="0">
                <a:solidFill>
                  <a:srgbClr val="212121"/>
                </a:solidFill>
                <a:effectLst/>
                <a:latin typeface="Calibri" panose="020F0502020204030204" pitchFamily="34" charset="0"/>
                <a:ea typeface="Calibri" panose="020F0502020204030204" pitchFamily="34" charset="0"/>
                <a:cs typeface="Times New Roman" panose="02020603050405020304" pitchFamily="18" charset="0"/>
              </a:rPr>
              <a:t> </a:t>
            </a:r>
            <a:r>
              <a:rPr lang="en-IN" sz="1800" kern="100" dirty="0">
                <a:solidFill>
                  <a:srgbClr val="212121"/>
                </a:solidFill>
                <a:effectLst/>
                <a:latin typeface="Calibri" panose="020F0502020204030204" pitchFamily="34" charset="0"/>
                <a:ea typeface="Calibri" panose="020F0502020204030204" pitchFamily="34" charset="0"/>
                <a:cs typeface="Times New Roman" panose="02020603050405020304" pitchFamily="18" charset="0"/>
              </a:rPr>
              <a:t>solution.</a:t>
            </a:r>
            <a:r>
              <a:rPr lang="en-IN" sz="1800" kern="100" spc="-55" dirty="0">
                <a:solidFill>
                  <a:srgbClr val="212121"/>
                </a:solidFill>
                <a:effectLst/>
                <a:latin typeface="Calibri" panose="020F0502020204030204" pitchFamily="34" charset="0"/>
                <a:ea typeface="Calibri" panose="020F0502020204030204" pitchFamily="34" charset="0"/>
                <a:cs typeface="Times New Roman" panose="02020603050405020304" pitchFamily="18" charset="0"/>
              </a:rPr>
              <a:t> </a:t>
            </a:r>
            <a:r>
              <a:rPr lang="en-IN" sz="1800" kern="100" dirty="0">
                <a:solidFill>
                  <a:srgbClr val="212121"/>
                </a:solidFill>
                <a:effectLst/>
                <a:latin typeface="Calibri" panose="020F0502020204030204" pitchFamily="34" charset="0"/>
                <a:ea typeface="Calibri" panose="020F0502020204030204" pitchFamily="34" charset="0"/>
                <a:cs typeface="Times New Roman" panose="02020603050405020304" pitchFamily="18" charset="0"/>
              </a:rPr>
              <a:t>It</a:t>
            </a:r>
            <a:r>
              <a:rPr lang="en-IN" sz="1800" kern="100" spc="-45" dirty="0">
                <a:solidFill>
                  <a:srgbClr val="212121"/>
                </a:solidFill>
                <a:effectLst/>
                <a:latin typeface="Calibri" panose="020F0502020204030204" pitchFamily="34" charset="0"/>
                <a:ea typeface="Calibri" panose="020F0502020204030204" pitchFamily="34" charset="0"/>
                <a:cs typeface="Times New Roman" panose="02020603050405020304" pitchFamily="18" charset="0"/>
              </a:rPr>
              <a:t> </a:t>
            </a:r>
            <a:r>
              <a:rPr lang="en-IN" sz="1800" kern="100" dirty="0">
                <a:solidFill>
                  <a:srgbClr val="212121"/>
                </a:solidFill>
                <a:effectLst/>
                <a:latin typeface="Calibri" panose="020F0502020204030204" pitchFamily="34" charset="0"/>
                <a:ea typeface="Calibri" panose="020F0502020204030204" pitchFamily="34" charset="0"/>
                <a:cs typeface="Times New Roman" panose="02020603050405020304" pitchFamily="18" charset="0"/>
              </a:rPr>
              <a:t>contributes</a:t>
            </a:r>
            <a:r>
              <a:rPr lang="en-IN" sz="1800" kern="100" spc="-50" dirty="0">
                <a:solidFill>
                  <a:srgbClr val="212121"/>
                </a:solidFill>
                <a:effectLst/>
                <a:latin typeface="Calibri" panose="020F0502020204030204" pitchFamily="34" charset="0"/>
                <a:ea typeface="Calibri" panose="020F0502020204030204" pitchFamily="34" charset="0"/>
                <a:cs typeface="Times New Roman" panose="02020603050405020304" pitchFamily="18" charset="0"/>
              </a:rPr>
              <a:t> </a:t>
            </a:r>
            <a:r>
              <a:rPr lang="en-IN" sz="1800" kern="100" dirty="0">
                <a:solidFill>
                  <a:srgbClr val="212121"/>
                </a:solidFill>
                <a:effectLst/>
                <a:latin typeface="Calibri" panose="020F0502020204030204" pitchFamily="34" charset="0"/>
                <a:ea typeface="Calibri" panose="020F0502020204030204" pitchFamily="34" charset="0"/>
                <a:cs typeface="Times New Roman" panose="02020603050405020304" pitchFamily="18" charset="0"/>
              </a:rPr>
              <a:t>to</a:t>
            </a:r>
            <a:r>
              <a:rPr lang="en-IN" sz="1800" kern="100" spc="-40" dirty="0">
                <a:solidFill>
                  <a:srgbClr val="212121"/>
                </a:solidFill>
                <a:effectLst/>
                <a:latin typeface="Calibri" panose="020F0502020204030204" pitchFamily="34" charset="0"/>
                <a:ea typeface="Calibri" panose="020F0502020204030204" pitchFamily="34" charset="0"/>
                <a:cs typeface="Times New Roman" panose="02020603050405020304" pitchFamily="18" charset="0"/>
              </a:rPr>
              <a:t> </a:t>
            </a:r>
            <a:r>
              <a:rPr lang="en-IN" sz="1800" kern="100" dirty="0">
                <a:solidFill>
                  <a:srgbClr val="212121"/>
                </a:solidFill>
                <a:effectLst/>
                <a:latin typeface="Calibri" panose="020F0502020204030204" pitchFamily="34" charset="0"/>
                <a:ea typeface="Calibri" panose="020F0502020204030204" pitchFamily="34" charset="0"/>
                <a:cs typeface="Times New Roman" panose="02020603050405020304" pitchFamily="18" charset="0"/>
              </a:rPr>
              <a:t>a</a:t>
            </a:r>
            <a:r>
              <a:rPr lang="en-IN" sz="1800" kern="100" spc="-45" dirty="0">
                <a:solidFill>
                  <a:srgbClr val="212121"/>
                </a:solidFill>
                <a:effectLst/>
                <a:latin typeface="Calibri" panose="020F0502020204030204" pitchFamily="34" charset="0"/>
                <a:ea typeface="Calibri" panose="020F0502020204030204" pitchFamily="34" charset="0"/>
                <a:cs typeface="Times New Roman" panose="02020603050405020304" pitchFamily="18" charset="0"/>
              </a:rPr>
              <a:t> </a:t>
            </a:r>
            <a:r>
              <a:rPr lang="en-IN" sz="1800" kern="100" dirty="0">
                <a:solidFill>
                  <a:srgbClr val="212121"/>
                </a:solidFill>
                <a:effectLst/>
                <a:latin typeface="Calibri" panose="020F0502020204030204" pitchFamily="34" charset="0"/>
                <a:ea typeface="Calibri" panose="020F0502020204030204" pitchFamily="34" charset="0"/>
                <a:cs typeface="Times New Roman" panose="02020603050405020304" pitchFamily="18" charset="0"/>
              </a:rPr>
              <a:t>more efficient use of existing resources by producing summaries, making time management efficient and effective.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CustomShape 1"/>
          <p:cNvSpPr/>
          <p:nvPr/>
        </p:nvSpPr>
        <p:spPr>
          <a:xfrm>
            <a:off x="304800" y="3498272"/>
            <a:ext cx="8381520" cy="75480"/>
          </a:xfrm>
          <a:prstGeom prst="rect">
            <a:avLst/>
          </a:prstGeom>
          <a:solidFill>
            <a:srgbClr val="7030A0"/>
          </a:solidFill>
          <a:ln w="25560">
            <a:solidFill>
              <a:srgbClr val="3A5F8B"/>
            </a:solidFill>
            <a:round/>
          </a:ln>
        </p:spPr>
        <p:txBody>
          <a:bodyPr/>
          <a:lstStyle/>
          <a:p>
            <a:endParaRPr lang="en-US"/>
          </a:p>
        </p:txBody>
      </p:sp>
      <p:sp>
        <p:nvSpPr>
          <p:cNvPr id="47" name="CustomShape 2"/>
          <p:cNvSpPr/>
          <p:nvPr/>
        </p:nvSpPr>
        <p:spPr>
          <a:xfrm>
            <a:off x="-876300" y="2703316"/>
            <a:ext cx="10896600" cy="760320"/>
          </a:xfrm>
          <a:prstGeom prst="rect">
            <a:avLst/>
          </a:prstGeom>
        </p:spPr>
        <p:txBody>
          <a:bodyPr lIns="90000" tIns="45000" rIns="90000" bIns="45000"/>
          <a:lstStyle/>
          <a:p>
            <a:pPr algn="ctr">
              <a:lnSpc>
                <a:spcPct val="100000"/>
              </a:lnSpc>
            </a:pPr>
            <a:r>
              <a:rPr lang="en-IN" sz="4400" b="1" dirty="0">
                <a:solidFill>
                  <a:srgbClr val="000000"/>
                </a:solidFill>
                <a:latin typeface="Arial Black" panose="020B0A04020102020204"/>
              </a:rPr>
              <a:t>I</a:t>
            </a:r>
            <a:r>
              <a:rPr lang="en-IN" sz="3200" b="1" dirty="0">
                <a:solidFill>
                  <a:srgbClr val="000000"/>
                </a:solidFill>
                <a:latin typeface="Arial Black" panose="020B0A04020102020204"/>
              </a:rPr>
              <a:t>NTRODUCTION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US"/>
          </a:p>
        </p:txBody>
      </p:sp>
      <p:sp>
        <p:nvSpPr>
          <p:cNvPr id="50" name="CustomShape 2"/>
          <p:cNvSpPr/>
          <p:nvPr/>
        </p:nvSpPr>
        <p:spPr>
          <a:xfrm>
            <a:off x="457200" y="489360"/>
            <a:ext cx="8381160" cy="577440"/>
          </a:xfrm>
          <a:prstGeom prst="rect">
            <a:avLst/>
          </a:prstGeom>
        </p:spPr>
        <p:txBody>
          <a:bodyPr lIns="90000" tIns="45000" rIns="90000" bIns="45000"/>
          <a:lstStyle/>
          <a:p>
            <a:pPr>
              <a:lnSpc>
                <a:spcPct val="100000"/>
              </a:lnSpc>
            </a:pPr>
            <a:r>
              <a:rPr lang="en-IN" sz="3200" b="1" dirty="0">
                <a:solidFill>
                  <a:srgbClr val="C00000"/>
                </a:solidFill>
                <a:latin typeface="Calibri" panose="020F0502020204030204"/>
              </a:rPr>
              <a:t>Introduction</a:t>
            </a:r>
            <a:endParaRPr>
              <a:solidFill>
                <a:srgbClr val="C00000"/>
              </a:solidFill>
            </a:endParaRPr>
          </a:p>
        </p:txBody>
      </p:sp>
      <p:sp>
        <p:nvSpPr>
          <p:cNvPr id="3" name="TextBox 2"/>
          <p:cNvSpPr txBox="1"/>
          <p:nvPr/>
        </p:nvSpPr>
        <p:spPr>
          <a:xfrm>
            <a:off x="609600" y="1730110"/>
            <a:ext cx="7924800" cy="2862322"/>
          </a:xfrm>
          <a:prstGeom prst="rect">
            <a:avLst/>
          </a:prstGeom>
          <a:noFill/>
        </p:spPr>
        <p:txBody>
          <a:bodyPr wrap="square" rtlCol="0">
            <a:spAutoFit/>
          </a:bodyPr>
          <a:lstStyle/>
          <a:p>
            <a:pPr marL="342900" indent="-342900" algn="just">
              <a:buFont typeface="Arial" panose="020B0604020202020204" pitchFamily="34" charset="0"/>
              <a:buChar char="•"/>
            </a:pPr>
            <a:r>
              <a:rPr lang="en-US" dirty="0">
                <a:latin typeface="Times New Roman" panose="02020603050405020304" pitchFamily="18" charset="0"/>
              </a:rPr>
              <a:t>Information is abundant and found all around , sometimes the sheer amount of data can become abundant for anyone new and wants to learn from the research papers. Individuals often spend lot of time before they get to a the exact detail that they need </a:t>
            </a:r>
          </a:p>
          <a:p>
            <a:pPr marL="342900" indent="-342900" algn="just">
              <a:buFont typeface="Arial" panose="020B0604020202020204" pitchFamily="34" charset="0"/>
              <a:buChar char="•"/>
            </a:pPr>
            <a:r>
              <a:rPr lang="en-US" dirty="0">
                <a:latin typeface="Times New Roman" panose="02020603050405020304" pitchFamily="18" charset="0"/>
              </a:rPr>
              <a:t>To address these challenges and improve the time needed to make the information at our hand really useful , text summarization tool helps the users with the hassle of going through the pile of papers before choosing the one they actually need by using NLP and summarizing the research papers, documents, etc. and presenting information in byte sized passages which distill the information in those papers and save time of the users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CustomShape 1"/>
          <p:cNvSpPr/>
          <p:nvPr/>
        </p:nvSpPr>
        <p:spPr>
          <a:xfrm>
            <a:off x="304800" y="3498272"/>
            <a:ext cx="8381520" cy="75480"/>
          </a:xfrm>
          <a:prstGeom prst="rect">
            <a:avLst/>
          </a:prstGeom>
          <a:solidFill>
            <a:srgbClr val="7030A0"/>
          </a:solidFill>
          <a:ln w="25560">
            <a:solidFill>
              <a:srgbClr val="3A5F8B"/>
            </a:solidFill>
            <a:round/>
          </a:ln>
        </p:spPr>
        <p:txBody>
          <a:bodyPr/>
          <a:lstStyle/>
          <a:p>
            <a:endParaRPr lang="en-US"/>
          </a:p>
        </p:txBody>
      </p:sp>
      <p:sp>
        <p:nvSpPr>
          <p:cNvPr id="47" name="CustomShape 2"/>
          <p:cNvSpPr/>
          <p:nvPr/>
        </p:nvSpPr>
        <p:spPr>
          <a:xfrm>
            <a:off x="-876300" y="2703316"/>
            <a:ext cx="10896600" cy="760320"/>
          </a:xfrm>
          <a:prstGeom prst="rect">
            <a:avLst/>
          </a:prstGeom>
        </p:spPr>
        <p:txBody>
          <a:bodyPr lIns="90000" tIns="45000" rIns="90000" bIns="45000"/>
          <a:lstStyle/>
          <a:p>
            <a:pPr algn="ctr">
              <a:lnSpc>
                <a:spcPct val="100000"/>
              </a:lnSpc>
            </a:pPr>
            <a:r>
              <a:rPr lang="en-IN" sz="4400" b="1" dirty="0">
                <a:solidFill>
                  <a:srgbClr val="000000"/>
                </a:solidFill>
                <a:latin typeface="Arial Black" panose="020B0A04020102020204"/>
              </a:rPr>
              <a:t>Research Objective</a:t>
            </a:r>
            <a:endParaRPr lang="en-IN" sz="3200" b="1" dirty="0">
              <a:solidFill>
                <a:srgbClr val="000000"/>
              </a:solidFill>
              <a:latin typeface="Arial Black" panose="020B0A04020102020204"/>
            </a:endParaRPr>
          </a:p>
        </p:txBody>
      </p:sp>
    </p:spTree>
    <p:extLst>
      <p:ext uri="{BB962C8B-B14F-4D97-AF65-F5344CB8AC3E}">
        <p14:creationId xmlns:p14="http://schemas.microsoft.com/office/powerpoint/2010/main" val="37039623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US"/>
          </a:p>
        </p:txBody>
      </p:sp>
      <p:sp>
        <p:nvSpPr>
          <p:cNvPr id="50" name="CustomShape 2"/>
          <p:cNvSpPr/>
          <p:nvPr/>
        </p:nvSpPr>
        <p:spPr>
          <a:xfrm>
            <a:off x="457200" y="489360"/>
            <a:ext cx="8381160" cy="577440"/>
          </a:xfrm>
          <a:prstGeom prst="rect">
            <a:avLst/>
          </a:prstGeom>
        </p:spPr>
        <p:txBody>
          <a:bodyPr lIns="90000" tIns="45000" rIns="90000" bIns="45000"/>
          <a:lstStyle/>
          <a:p>
            <a:pPr>
              <a:lnSpc>
                <a:spcPct val="100000"/>
              </a:lnSpc>
            </a:pPr>
            <a:r>
              <a:rPr lang="en-IN" sz="3200" b="1" dirty="0">
                <a:solidFill>
                  <a:srgbClr val="C00000"/>
                </a:solidFill>
                <a:latin typeface="Calibri" panose="020F0502020204030204"/>
              </a:rPr>
              <a:t>Research Objective </a:t>
            </a:r>
            <a:endParaRPr dirty="0">
              <a:solidFill>
                <a:srgbClr val="C00000"/>
              </a:solidFill>
            </a:endParaRPr>
          </a:p>
        </p:txBody>
      </p:sp>
      <p:sp>
        <p:nvSpPr>
          <p:cNvPr id="3" name="TextBox 2">
            <a:extLst>
              <a:ext uri="{FF2B5EF4-FFF2-40B4-BE49-F238E27FC236}">
                <a16:creationId xmlns:a16="http://schemas.microsoft.com/office/drawing/2014/main" id="{02FDD73C-BD87-B673-12F8-F9DF13023DC2}"/>
              </a:ext>
            </a:extLst>
          </p:cNvPr>
          <p:cNvSpPr txBox="1"/>
          <p:nvPr/>
        </p:nvSpPr>
        <p:spPr>
          <a:xfrm>
            <a:off x="685800" y="1828800"/>
            <a:ext cx="7924800" cy="3416320"/>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To develop a sophisticated and contextually aware text summarization system using the latest natural language processing (NLP) techniques, with an emphasis on improving extractive and abstractive summarization capabilities.</a:t>
            </a:r>
          </a:p>
          <a:p>
            <a:pPr algn="just"/>
            <a:r>
              <a:rPr lang="en-US" dirty="0">
                <a:latin typeface="Times New Roman" panose="02020603050405020304" pitchFamily="18" charset="0"/>
                <a:cs typeface="Times New Roman" panose="02020603050405020304" pitchFamily="18" charset="0"/>
              </a:rPr>
              <a:t>The principal objective is to enhance the effectiveness, precision, and consistency of text summarization in many fields, taking into account variables like document length, linguistic subtleties, and user-specific needs. Furthermore, the study intends to investigate new methods for managing the summarizing of many documents and modifying the summarization model to accommodate different inputs. By tackling issues with automatic summary, the project hopes to advance the field of natural language processing (NLP) and improve the efficiency and accessibility of information condensation across a range of applications, such as news aggregation and document summarization.</a:t>
            </a:r>
          </a:p>
        </p:txBody>
      </p:sp>
    </p:spTree>
    <p:extLst>
      <p:ext uri="{BB962C8B-B14F-4D97-AF65-F5344CB8AC3E}">
        <p14:creationId xmlns:p14="http://schemas.microsoft.com/office/powerpoint/2010/main" val="3739354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CustomShape 1"/>
          <p:cNvSpPr/>
          <p:nvPr/>
        </p:nvSpPr>
        <p:spPr>
          <a:xfrm>
            <a:off x="304800" y="3498272"/>
            <a:ext cx="8381520" cy="75480"/>
          </a:xfrm>
          <a:prstGeom prst="rect">
            <a:avLst/>
          </a:prstGeom>
          <a:solidFill>
            <a:srgbClr val="7030A0"/>
          </a:solidFill>
          <a:ln w="25560">
            <a:solidFill>
              <a:srgbClr val="3A5F8B"/>
            </a:solidFill>
            <a:round/>
          </a:ln>
        </p:spPr>
        <p:txBody>
          <a:bodyPr/>
          <a:lstStyle/>
          <a:p>
            <a:endParaRPr lang="en-US"/>
          </a:p>
        </p:txBody>
      </p:sp>
      <p:sp>
        <p:nvSpPr>
          <p:cNvPr id="47" name="CustomShape 2"/>
          <p:cNvSpPr/>
          <p:nvPr/>
        </p:nvSpPr>
        <p:spPr>
          <a:xfrm>
            <a:off x="-876300" y="2703316"/>
            <a:ext cx="10896600" cy="760320"/>
          </a:xfrm>
          <a:prstGeom prst="rect">
            <a:avLst/>
          </a:prstGeom>
        </p:spPr>
        <p:txBody>
          <a:bodyPr lIns="90000" tIns="45000" rIns="90000" bIns="45000"/>
          <a:lstStyle/>
          <a:p>
            <a:pPr algn="ctr">
              <a:lnSpc>
                <a:spcPct val="100000"/>
              </a:lnSpc>
            </a:pPr>
            <a:r>
              <a:rPr lang="en-IN" sz="4400" b="1" dirty="0">
                <a:solidFill>
                  <a:srgbClr val="000000"/>
                </a:solidFill>
                <a:latin typeface="Arial Black" panose="020B0A04020102020204"/>
              </a:rPr>
              <a:t>Problem Definition </a:t>
            </a:r>
            <a:endParaRPr lang="en-IN" sz="3200" b="1" dirty="0">
              <a:solidFill>
                <a:srgbClr val="000000"/>
              </a:solidFill>
              <a:latin typeface="Arial Black" panose="020B0A04020102020204"/>
            </a:endParaRPr>
          </a:p>
        </p:txBody>
      </p:sp>
    </p:spTree>
    <p:extLst>
      <p:ext uri="{BB962C8B-B14F-4D97-AF65-F5344CB8AC3E}">
        <p14:creationId xmlns:p14="http://schemas.microsoft.com/office/powerpoint/2010/main" val="3372649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US"/>
          </a:p>
        </p:txBody>
      </p:sp>
      <p:sp>
        <p:nvSpPr>
          <p:cNvPr id="50" name="CustomShape 2"/>
          <p:cNvSpPr/>
          <p:nvPr/>
        </p:nvSpPr>
        <p:spPr>
          <a:xfrm>
            <a:off x="457200" y="489360"/>
            <a:ext cx="8381160" cy="577440"/>
          </a:xfrm>
          <a:prstGeom prst="rect">
            <a:avLst/>
          </a:prstGeom>
        </p:spPr>
        <p:txBody>
          <a:bodyPr lIns="90000" tIns="45000" rIns="90000" bIns="45000"/>
          <a:lstStyle/>
          <a:p>
            <a:pPr>
              <a:lnSpc>
                <a:spcPct val="100000"/>
              </a:lnSpc>
            </a:pPr>
            <a:r>
              <a:rPr lang="en-IN" sz="3200" b="1" dirty="0">
                <a:solidFill>
                  <a:srgbClr val="C00000"/>
                </a:solidFill>
                <a:latin typeface="Calibri" panose="020F0502020204030204"/>
              </a:rPr>
              <a:t>Problem Definition</a:t>
            </a:r>
            <a:endParaRPr dirty="0">
              <a:solidFill>
                <a:srgbClr val="C00000"/>
              </a:solidFill>
            </a:endParaRPr>
          </a:p>
        </p:txBody>
      </p:sp>
      <p:sp>
        <p:nvSpPr>
          <p:cNvPr id="3" name="TextBox 2"/>
          <p:cNvSpPr txBox="1"/>
          <p:nvPr/>
        </p:nvSpPr>
        <p:spPr>
          <a:xfrm>
            <a:off x="609600" y="1730110"/>
            <a:ext cx="7924800" cy="3970318"/>
          </a:xfrm>
          <a:prstGeom prst="rect">
            <a:avLst/>
          </a:prstGeom>
          <a:noFill/>
        </p:spPr>
        <p:txBody>
          <a:bodyPr wrap="square" rtlCol="0">
            <a:spAutoFit/>
          </a:bodyPr>
          <a:lstStyle/>
          <a:p>
            <a:pPr marL="342900" indent="-342900" algn="just">
              <a:buFont typeface="Arial" panose="020B0604020202020204" pitchFamily="34" charset="0"/>
              <a:buChar char="•"/>
            </a:pPr>
            <a:r>
              <a:rPr lang="en-US" dirty="0">
                <a:latin typeface="Times New Roman" panose="02020603050405020304" pitchFamily="18" charset="0"/>
              </a:rPr>
              <a:t>Despite the increasing volume of information available, the efficient extraction of key content from large textual datasets remains a significant challenge. </a:t>
            </a:r>
          </a:p>
          <a:p>
            <a:pPr marL="342900" indent="-342900" algn="just">
              <a:buFont typeface="Arial" panose="020B0604020202020204" pitchFamily="34" charset="0"/>
              <a:buChar char="•"/>
            </a:pPr>
            <a:endParaRPr lang="en-US" dirty="0">
              <a:latin typeface="Times New Roman" panose="02020603050405020304" pitchFamily="18" charset="0"/>
            </a:endParaRPr>
          </a:p>
          <a:p>
            <a:pPr marL="342900" indent="-342900" algn="just">
              <a:buFont typeface="Arial" panose="020B0604020202020204" pitchFamily="34" charset="0"/>
              <a:buChar char="•"/>
            </a:pPr>
            <a:r>
              <a:rPr lang="en-US" dirty="0">
                <a:latin typeface="Times New Roman" panose="02020603050405020304" pitchFamily="18" charset="0"/>
              </a:rPr>
              <a:t>Existing text summarization tools face challenges in accurately and coherently summarizing large textual datasets, especially in the presence of diverse document structures, languages, and lengths.</a:t>
            </a:r>
          </a:p>
          <a:p>
            <a:pPr marL="342900" indent="-342900" algn="just">
              <a:buFont typeface="Arial" panose="020B0604020202020204" pitchFamily="34" charset="0"/>
              <a:buChar char="•"/>
            </a:pPr>
            <a:endParaRPr lang="en-US" dirty="0">
              <a:latin typeface="Times New Roman" panose="02020603050405020304" pitchFamily="18" charset="0"/>
            </a:endParaRPr>
          </a:p>
          <a:p>
            <a:pPr marL="342900" indent="-342900" algn="just">
              <a:buFont typeface="Arial" panose="020B0604020202020204" pitchFamily="34" charset="0"/>
              <a:buChar char="•"/>
            </a:pPr>
            <a:r>
              <a:rPr lang="en-US" dirty="0">
                <a:latin typeface="Times New Roman" panose="02020603050405020304" pitchFamily="18" charset="0"/>
              </a:rPr>
              <a:t>The envisioned text summarization tool aims to be versatile, finding applications in diverse contexts such as document summarization, news aggregation, and content curation.</a:t>
            </a:r>
          </a:p>
          <a:p>
            <a:pPr marL="342900" indent="-342900" algn="just">
              <a:buFont typeface="Arial" panose="020B0604020202020204" pitchFamily="34" charset="0"/>
              <a:buChar char="•"/>
            </a:pPr>
            <a:endParaRPr lang="en-US" dirty="0">
              <a:latin typeface="Times New Roman" panose="02020603050405020304" pitchFamily="18" charset="0"/>
            </a:endParaRPr>
          </a:p>
          <a:p>
            <a:pPr marL="342900" indent="-342900" algn="just">
              <a:buFont typeface="Arial" panose="020B0604020202020204" pitchFamily="34" charset="0"/>
              <a:buChar char="•"/>
            </a:pPr>
            <a:r>
              <a:rPr lang="en-US" dirty="0">
                <a:latin typeface="Times New Roman" panose="02020603050405020304" pitchFamily="18" charset="0"/>
              </a:rPr>
              <a:t>The overarching problem is to advance text summarization technology, overcoming current limitations and providing a more robust solution to distill essential information from varied and extensive textual sources.</a:t>
            </a:r>
          </a:p>
        </p:txBody>
      </p:sp>
    </p:spTree>
    <p:extLst>
      <p:ext uri="{BB962C8B-B14F-4D97-AF65-F5344CB8AC3E}">
        <p14:creationId xmlns:p14="http://schemas.microsoft.com/office/powerpoint/2010/main" val="21792226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CustomShape 1"/>
          <p:cNvSpPr/>
          <p:nvPr/>
        </p:nvSpPr>
        <p:spPr>
          <a:xfrm>
            <a:off x="304800" y="3498272"/>
            <a:ext cx="8381520" cy="75480"/>
          </a:xfrm>
          <a:prstGeom prst="rect">
            <a:avLst/>
          </a:prstGeom>
          <a:solidFill>
            <a:srgbClr val="7030A0"/>
          </a:solidFill>
          <a:ln w="25560">
            <a:solidFill>
              <a:srgbClr val="3A5F8B"/>
            </a:solidFill>
            <a:round/>
          </a:ln>
        </p:spPr>
        <p:txBody>
          <a:bodyPr/>
          <a:lstStyle/>
          <a:p>
            <a:endParaRPr lang="en-US"/>
          </a:p>
        </p:txBody>
      </p:sp>
      <p:sp>
        <p:nvSpPr>
          <p:cNvPr id="47" name="CustomShape 2"/>
          <p:cNvSpPr/>
          <p:nvPr/>
        </p:nvSpPr>
        <p:spPr>
          <a:xfrm>
            <a:off x="-876300" y="2703316"/>
            <a:ext cx="10896600" cy="760320"/>
          </a:xfrm>
          <a:prstGeom prst="rect">
            <a:avLst/>
          </a:prstGeom>
        </p:spPr>
        <p:txBody>
          <a:bodyPr lIns="90000" tIns="45000" rIns="90000" bIns="45000"/>
          <a:lstStyle/>
          <a:p>
            <a:pPr algn="ctr">
              <a:lnSpc>
                <a:spcPct val="100000"/>
              </a:lnSpc>
            </a:pPr>
            <a:r>
              <a:rPr lang="en-IN" sz="4400" b="1" dirty="0">
                <a:solidFill>
                  <a:srgbClr val="000000"/>
                </a:solidFill>
                <a:latin typeface="Arial Black" panose="020B0A04020102020204"/>
              </a:rPr>
              <a:t>Scope of the project </a:t>
            </a:r>
            <a:endParaRPr lang="en-IN" sz="3200" b="1" dirty="0">
              <a:solidFill>
                <a:srgbClr val="000000"/>
              </a:solidFill>
              <a:latin typeface="Arial Black" panose="020B0A04020102020204"/>
            </a:endParaRPr>
          </a:p>
        </p:txBody>
      </p:sp>
    </p:spTree>
    <p:extLst>
      <p:ext uri="{BB962C8B-B14F-4D97-AF65-F5344CB8AC3E}">
        <p14:creationId xmlns:p14="http://schemas.microsoft.com/office/powerpoint/2010/main" val="3716162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US"/>
          </a:p>
        </p:txBody>
      </p:sp>
      <p:sp>
        <p:nvSpPr>
          <p:cNvPr id="50" name="CustomShape 2"/>
          <p:cNvSpPr/>
          <p:nvPr/>
        </p:nvSpPr>
        <p:spPr>
          <a:xfrm>
            <a:off x="457200" y="489360"/>
            <a:ext cx="8381160" cy="577440"/>
          </a:xfrm>
          <a:prstGeom prst="rect">
            <a:avLst/>
          </a:prstGeom>
        </p:spPr>
        <p:txBody>
          <a:bodyPr lIns="90000" tIns="45000" rIns="90000" bIns="45000"/>
          <a:lstStyle/>
          <a:p>
            <a:pPr>
              <a:lnSpc>
                <a:spcPct val="100000"/>
              </a:lnSpc>
            </a:pPr>
            <a:r>
              <a:rPr lang="en-IN" sz="3200" b="1" dirty="0">
                <a:solidFill>
                  <a:srgbClr val="C00000"/>
                </a:solidFill>
                <a:latin typeface="Calibri" panose="020F0502020204030204"/>
              </a:rPr>
              <a:t>Scope of the project </a:t>
            </a:r>
            <a:endParaRPr dirty="0">
              <a:solidFill>
                <a:srgbClr val="C00000"/>
              </a:solidFill>
            </a:endParaRPr>
          </a:p>
        </p:txBody>
      </p:sp>
      <p:sp>
        <p:nvSpPr>
          <p:cNvPr id="3" name="TextBox 2"/>
          <p:cNvSpPr txBox="1"/>
          <p:nvPr/>
        </p:nvSpPr>
        <p:spPr>
          <a:xfrm>
            <a:off x="609600" y="1730110"/>
            <a:ext cx="7924800" cy="4247317"/>
          </a:xfrm>
          <a:prstGeom prst="rect">
            <a:avLst/>
          </a:prstGeom>
          <a:noFill/>
        </p:spPr>
        <p:txBody>
          <a:bodyPr wrap="square" rtlCol="0">
            <a:spAutoFit/>
          </a:bodyPr>
          <a:lstStyle/>
          <a:p>
            <a:pPr marL="342900" indent="-342900" algn="just">
              <a:buFont typeface="Arial" panose="020B0604020202020204" pitchFamily="34" charset="0"/>
              <a:buChar char="•"/>
            </a:pPr>
            <a:r>
              <a:rPr lang="en-US" dirty="0">
                <a:latin typeface="Times New Roman" panose="02020603050405020304" pitchFamily="18" charset="0"/>
              </a:rPr>
              <a:t>Explore various possibilities of diverse datasets for text summarizer to learn form </a:t>
            </a:r>
          </a:p>
          <a:p>
            <a:pPr marL="342900" indent="-342900" algn="just">
              <a:buFont typeface="Arial" panose="020B0604020202020204" pitchFamily="34" charset="0"/>
              <a:buChar char="•"/>
            </a:pPr>
            <a:endParaRPr lang="en-US" dirty="0">
              <a:latin typeface="Times New Roman" panose="02020603050405020304" pitchFamily="18" charset="0"/>
            </a:endParaRPr>
          </a:p>
          <a:p>
            <a:pPr marL="342900" indent="-342900" algn="just">
              <a:buFont typeface="Arial" panose="020B0604020202020204" pitchFamily="34" charset="0"/>
              <a:buChar char="•"/>
            </a:pPr>
            <a:r>
              <a:rPr lang="en-US" dirty="0">
                <a:latin typeface="Times New Roman" panose="02020603050405020304" pitchFamily="18" charset="0"/>
              </a:rPr>
              <a:t>Implementation of various algorithms to provide both extractive as well as abstractive abilities to the tool.</a:t>
            </a:r>
          </a:p>
          <a:p>
            <a:pPr marL="342900" indent="-342900" algn="just">
              <a:buFont typeface="Arial" panose="020B0604020202020204" pitchFamily="34" charset="0"/>
              <a:buChar char="•"/>
            </a:pPr>
            <a:endParaRPr lang="en-US" dirty="0">
              <a:latin typeface="Times New Roman" panose="02020603050405020304" pitchFamily="18" charset="0"/>
            </a:endParaRPr>
          </a:p>
          <a:p>
            <a:pPr marL="342900" indent="-342900" algn="just">
              <a:buFont typeface="Arial" panose="020B0604020202020204" pitchFamily="34" charset="0"/>
              <a:buChar char="•"/>
            </a:pPr>
            <a:r>
              <a:rPr lang="en-US" dirty="0">
                <a:latin typeface="Times New Roman" panose="02020603050405020304" pitchFamily="18" charset="0"/>
              </a:rPr>
              <a:t>The tool's scope encompasses user-centric features, allowing customization to meet individual preferences or specific requirements. This involves incorporating user feedback mechanisms and parameters to tailor the summarization output to user expectations..</a:t>
            </a:r>
          </a:p>
          <a:p>
            <a:pPr marL="342900" indent="-342900" algn="just">
              <a:buFont typeface="Arial" panose="020B0604020202020204" pitchFamily="34" charset="0"/>
              <a:buChar char="•"/>
            </a:pPr>
            <a:endParaRPr lang="en-US" dirty="0">
              <a:latin typeface="Times New Roman" panose="02020603050405020304" pitchFamily="18" charset="0"/>
            </a:endParaRPr>
          </a:p>
          <a:p>
            <a:pPr marL="342900" indent="-342900" algn="just">
              <a:buFont typeface="Arial" panose="020B0604020202020204" pitchFamily="34" charset="0"/>
              <a:buChar char="•"/>
            </a:pPr>
            <a:r>
              <a:rPr lang="en-US" dirty="0">
                <a:latin typeface="Times New Roman" panose="02020603050405020304" pitchFamily="18" charset="0"/>
              </a:rPr>
              <a:t>The scope includes making sure the text summary tool may be used in a variety of fields, businesses, and topic areas. This entails building in mechanisms to comprehend and process context-specific jargon and information specific to various topic fields.</a:t>
            </a:r>
          </a:p>
        </p:txBody>
      </p:sp>
    </p:spTree>
    <p:extLst>
      <p:ext uri="{BB962C8B-B14F-4D97-AF65-F5344CB8AC3E}">
        <p14:creationId xmlns:p14="http://schemas.microsoft.com/office/powerpoint/2010/main" val="4057139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CustomShape 1"/>
          <p:cNvSpPr/>
          <p:nvPr/>
        </p:nvSpPr>
        <p:spPr>
          <a:xfrm>
            <a:off x="304800" y="3498272"/>
            <a:ext cx="8381520" cy="75480"/>
          </a:xfrm>
          <a:prstGeom prst="rect">
            <a:avLst/>
          </a:prstGeom>
          <a:solidFill>
            <a:srgbClr val="7030A0"/>
          </a:solidFill>
          <a:ln w="25560">
            <a:solidFill>
              <a:srgbClr val="3A5F8B"/>
            </a:solidFill>
            <a:round/>
          </a:ln>
        </p:spPr>
        <p:txBody>
          <a:bodyPr/>
          <a:lstStyle/>
          <a:p>
            <a:endParaRPr lang="en-US"/>
          </a:p>
        </p:txBody>
      </p:sp>
      <p:sp>
        <p:nvSpPr>
          <p:cNvPr id="47" name="CustomShape 2"/>
          <p:cNvSpPr/>
          <p:nvPr/>
        </p:nvSpPr>
        <p:spPr>
          <a:xfrm>
            <a:off x="-876300" y="2703316"/>
            <a:ext cx="10896600" cy="760320"/>
          </a:xfrm>
          <a:prstGeom prst="rect">
            <a:avLst/>
          </a:prstGeom>
        </p:spPr>
        <p:txBody>
          <a:bodyPr lIns="90000" tIns="45000" rIns="90000" bIns="45000"/>
          <a:lstStyle/>
          <a:p>
            <a:pPr algn="ctr">
              <a:lnSpc>
                <a:spcPct val="100000"/>
              </a:lnSpc>
            </a:pPr>
            <a:r>
              <a:rPr lang="en-IN" sz="3200" b="1" dirty="0">
                <a:solidFill>
                  <a:srgbClr val="000000"/>
                </a:solidFill>
                <a:latin typeface="Bookman Old Style" pitchFamily="18" charset="0"/>
              </a:rPr>
              <a:t>Literature Review</a:t>
            </a:r>
            <a:endParaRPr lang="en-IN" sz="3200" b="1" dirty="0">
              <a:solidFill>
                <a:srgbClr val="000000"/>
              </a:solidFill>
              <a:latin typeface="Arial Black" panose="020B0A04020102020204"/>
            </a:endParaRPr>
          </a:p>
        </p:txBody>
      </p:sp>
    </p:spTree>
    <p:extLst>
      <p:ext uri="{BB962C8B-B14F-4D97-AF65-F5344CB8AC3E}">
        <p14:creationId xmlns:p14="http://schemas.microsoft.com/office/powerpoint/2010/main" val="35082525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4AEFB-457F-601E-D3C6-1328A87DA876}"/>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7D387DA9-FA13-8515-C062-6C4AC0FCD0EE}"/>
              </a:ext>
            </a:extLst>
          </p:cNvPr>
          <p:cNvSpPr>
            <a:spLocks noGrp="1"/>
          </p:cNvSpPr>
          <p:nvPr>
            <p:ph type="body"/>
          </p:nvPr>
        </p:nvSpPr>
        <p:spPr/>
        <p:txBody>
          <a:bodyPr/>
          <a:lstStyle/>
          <a:p>
            <a:endParaRPr lang="en-US" dirty="0"/>
          </a:p>
        </p:txBody>
      </p:sp>
      <p:sp>
        <p:nvSpPr>
          <p:cNvPr id="4" name="TextBox 3">
            <a:extLst>
              <a:ext uri="{FF2B5EF4-FFF2-40B4-BE49-F238E27FC236}">
                <a16:creationId xmlns:a16="http://schemas.microsoft.com/office/drawing/2014/main" id="{CD5C885B-EBE6-F155-BDE5-1E11DF1C0898}"/>
              </a:ext>
            </a:extLst>
          </p:cNvPr>
          <p:cNvSpPr txBox="1"/>
          <p:nvPr/>
        </p:nvSpPr>
        <p:spPr>
          <a:xfrm>
            <a:off x="9939" y="-9939"/>
            <a:ext cx="8991600" cy="461665"/>
          </a:xfrm>
          <a:prstGeom prst="rect">
            <a:avLst/>
          </a:prstGeom>
          <a:noFill/>
        </p:spPr>
        <p:txBody>
          <a:bodyPr wrap="square" rtlCol="0">
            <a:spAutoFit/>
          </a:bodyPr>
          <a:lstStyle/>
          <a:p>
            <a:r>
              <a:rPr lang="en-IN" sz="2400" u="sng" dirty="0">
                <a:solidFill>
                  <a:srgbClr val="FF0000"/>
                </a:solidFill>
                <a:latin typeface="Times New Roman" panose="02020603050405020304" pitchFamily="18" charset="0"/>
                <a:cs typeface="Times New Roman" panose="02020603050405020304" pitchFamily="18" charset="0"/>
              </a:rPr>
              <a:t>Comparison table for the existing system</a:t>
            </a:r>
            <a:endParaRPr lang="en-US" sz="2400" u="sng" dirty="0">
              <a:solidFill>
                <a:srgbClr val="FF0000"/>
              </a:solidFill>
              <a:latin typeface="Times New Roman" panose="02020603050405020304" pitchFamily="18" charset="0"/>
              <a:cs typeface="Times New Roman" panose="02020603050405020304" pitchFamily="18" charset="0"/>
            </a:endParaRPr>
          </a:p>
        </p:txBody>
      </p:sp>
      <p:graphicFrame>
        <p:nvGraphicFramePr>
          <p:cNvPr id="5" name="Table 2">
            <a:extLst>
              <a:ext uri="{FF2B5EF4-FFF2-40B4-BE49-F238E27FC236}">
                <a16:creationId xmlns:a16="http://schemas.microsoft.com/office/drawing/2014/main" id="{FA5766E6-314F-CEE2-3849-41F4CB62EBA9}"/>
              </a:ext>
            </a:extLst>
          </p:cNvPr>
          <p:cNvGraphicFramePr>
            <a:graphicFrameLocks noGrp="1"/>
          </p:cNvGraphicFramePr>
          <p:nvPr>
            <p:extLst>
              <p:ext uri="{D42A27DB-BD31-4B8C-83A1-F6EECF244321}">
                <p14:modId xmlns:p14="http://schemas.microsoft.com/office/powerpoint/2010/main" val="3908526373"/>
              </p:ext>
            </p:extLst>
          </p:nvPr>
        </p:nvGraphicFramePr>
        <p:xfrm>
          <a:off x="59636" y="381000"/>
          <a:ext cx="8991600" cy="6568863"/>
        </p:xfrm>
        <a:graphic>
          <a:graphicData uri="http://schemas.openxmlformats.org/drawingml/2006/table">
            <a:tbl>
              <a:tblPr firstRow="1" bandRow="1">
                <a:tableStyleId>{5C22544A-7EE6-4342-B048-85BDC9FD1C3A}</a:tableStyleId>
              </a:tblPr>
              <a:tblGrid>
                <a:gridCol w="580103">
                  <a:extLst>
                    <a:ext uri="{9D8B030D-6E8A-4147-A177-3AD203B41FA5}">
                      <a16:colId xmlns:a16="http://schemas.microsoft.com/office/drawing/2014/main" val="432745929"/>
                    </a:ext>
                  </a:extLst>
                </a:gridCol>
                <a:gridCol w="1128818">
                  <a:extLst>
                    <a:ext uri="{9D8B030D-6E8A-4147-A177-3AD203B41FA5}">
                      <a16:colId xmlns:a16="http://schemas.microsoft.com/office/drawing/2014/main" val="1998233565"/>
                    </a:ext>
                  </a:extLst>
                </a:gridCol>
                <a:gridCol w="1096475">
                  <a:extLst>
                    <a:ext uri="{9D8B030D-6E8A-4147-A177-3AD203B41FA5}">
                      <a16:colId xmlns:a16="http://schemas.microsoft.com/office/drawing/2014/main" val="3760181125"/>
                    </a:ext>
                  </a:extLst>
                </a:gridCol>
                <a:gridCol w="1918301">
                  <a:extLst>
                    <a:ext uri="{9D8B030D-6E8A-4147-A177-3AD203B41FA5}">
                      <a16:colId xmlns:a16="http://schemas.microsoft.com/office/drawing/2014/main" val="1470764825"/>
                    </a:ext>
                  </a:extLst>
                </a:gridCol>
                <a:gridCol w="1978637">
                  <a:extLst>
                    <a:ext uri="{9D8B030D-6E8A-4147-A177-3AD203B41FA5}">
                      <a16:colId xmlns:a16="http://schemas.microsoft.com/office/drawing/2014/main" val="3423994347"/>
                    </a:ext>
                  </a:extLst>
                </a:gridCol>
                <a:gridCol w="2289266">
                  <a:extLst>
                    <a:ext uri="{9D8B030D-6E8A-4147-A177-3AD203B41FA5}">
                      <a16:colId xmlns:a16="http://schemas.microsoft.com/office/drawing/2014/main" val="635663868"/>
                    </a:ext>
                  </a:extLst>
                </a:gridCol>
              </a:tblGrid>
              <a:tr h="899583">
                <a:tc>
                  <a:txBody>
                    <a:bodyPr/>
                    <a:lstStyle/>
                    <a:p>
                      <a:r>
                        <a:rPr lang="en-US" sz="1200" dirty="0" err="1">
                          <a:latin typeface="Times New Roman" panose="02020603050405020304" pitchFamily="18" charset="0"/>
                          <a:cs typeface="Times New Roman" panose="02020603050405020304" pitchFamily="18" charset="0"/>
                        </a:rPr>
                        <a:t>S.No</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Authors and Journal Name&amp; Year of publication</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Problem Statement</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Name of the Proposed solution/Method</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Solution </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Remarks</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74428592"/>
                  </a:ext>
                </a:extLst>
              </a:tr>
              <a:tr h="1889125">
                <a:tc>
                  <a:txBody>
                    <a:bodyPr/>
                    <a:lstStyle/>
                    <a:p>
                      <a:r>
                        <a:rPr lang="en-US" dirty="0"/>
                        <a:t>1</a:t>
                      </a:r>
                      <a:endParaRPr lang="en-IN" dirty="0"/>
                    </a:p>
                  </a:txBody>
                  <a:tcPr/>
                </a:tc>
                <a:tc>
                  <a:txBody>
                    <a:bodyPr/>
                    <a:lstStyle/>
                    <a:p>
                      <a:r>
                        <a:rPr lang="en-US" sz="1000" b="0" i="0" dirty="0">
                          <a:solidFill>
                            <a:schemeClr val="dk1"/>
                          </a:solidFill>
                          <a:effectLst/>
                          <a:latin typeface="+mn-lt"/>
                          <a:ea typeface="+mn-ea"/>
                          <a:cs typeface="+mn-cs"/>
                        </a:rPr>
                        <a:t>Rahul,</a:t>
                      </a:r>
                    </a:p>
                    <a:p>
                      <a:r>
                        <a:rPr lang="en-US" sz="1000" b="0" i="0" dirty="0">
                          <a:solidFill>
                            <a:schemeClr val="dk1"/>
                          </a:solidFill>
                          <a:effectLst/>
                          <a:latin typeface="+mn-lt"/>
                          <a:ea typeface="+mn-ea"/>
                          <a:cs typeface="+mn-cs"/>
                        </a:rPr>
                        <a:t>Saurabh Adhikari</a:t>
                      </a:r>
                    </a:p>
                    <a:p>
                      <a:r>
                        <a:rPr lang="en-US" sz="1000" b="0" i="0" dirty="0">
                          <a:solidFill>
                            <a:schemeClr val="dk1"/>
                          </a:solidFill>
                          <a:effectLst/>
                          <a:latin typeface="+mn-lt"/>
                          <a:ea typeface="+mn-ea"/>
                          <a:cs typeface="+mn-cs"/>
                        </a:rPr>
                        <a:t>Monika  2020 Fourth International Conference on Computing Methodologies and Communication, 2020</a:t>
                      </a:r>
                      <a:endParaRPr lang="en-IN" sz="1000" dirty="0"/>
                    </a:p>
                  </a:txBody>
                  <a:tcPr/>
                </a:tc>
                <a:tc>
                  <a:txBody>
                    <a:bodyPr/>
                    <a:lstStyle/>
                    <a:p>
                      <a:r>
                        <a:rPr lang="en-US" sz="1000" b="0" i="0" dirty="0">
                          <a:solidFill>
                            <a:schemeClr val="dk1"/>
                          </a:solidFill>
                          <a:effectLst/>
                          <a:latin typeface="+mn-lt"/>
                          <a:ea typeface="+mn-ea"/>
                          <a:cs typeface="+mn-cs"/>
                        </a:rPr>
                        <a:t>NLP based Machine Learning Approaches for Text Summarization</a:t>
                      </a:r>
                      <a:endParaRPr lang="en-IN" sz="1000" dirty="0"/>
                    </a:p>
                  </a:txBody>
                  <a:tcPr/>
                </a:tc>
                <a:tc>
                  <a:txBody>
                    <a:bodyPr/>
                    <a:lstStyle/>
                    <a:p>
                      <a:r>
                        <a:rPr lang="en-US" sz="1000" b="0" i="0" dirty="0">
                          <a:solidFill>
                            <a:schemeClr val="dk1"/>
                          </a:solidFill>
                          <a:effectLst/>
                          <a:latin typeface="+mn-lt"/>
                          <a:ea typeface="+mn-ea"/>
                          <a:cs typeface="+mn-cs"/>
                        </a:rPr>
                        <a:t>The methods described in this paper produce Abstractive (ABS) or Extractive (EXT) summaries of text documents. Query-based summarization techniques are also discussed.</a:t>
                      </a:r>
                      <a:endParaRPr lang="en-IN" sz="1000" dirty="0"/>
                    </a:p>
                  </a:txBody>
                  <a:tcPr/>
                </a:tc>
                <a:tc>
                  <a:txBody>
                    <a:bodyPr/>
                    <a:lstStyle/>
                    <a:p>
                      <a:r>
                        <a:rPr lang="en-US" sz="1000" b="0" i="0" dirty="0">
                          <a:solidFill>
                            <a:schemeClr val="dk1"/>
                          </a:solidFill>
                          <a:effectLst/>
                          <a:latin typeface="+mn-lt"/>
                          <a:ea typeface="+mn-ea"/>
                          <a:cs typeface="+mn-cs"/>
                        </a:rPr>
                        <a:t>The paper discusses the structured based and semantic based approaches for summarization of the text documents</a:t>
                      </a:r>
                      <a:endParaRPr lang="en-IN" sz="1000" dirty="0"/>
                    </a:p>
                  </a:txBody>
                  <a:tcPr/>
                </a:tc>
                <a:tc>
                  <a:txBody>
                    <a:bodyPr/>
                    <a:lstStyle/>
                    <a:p>
                      <a:r>
                        <a:rPr lang="en-US" sz="1000" b="0" i="0" dirty="0">
                          <a:solidFill>
                            <a:schemeClr val="dk1"/>
                          </a:solidFill>
                          <a:effectLst/>
                          <a:latin typeface="+mn-lt"/>
                          <a:ea typeface="+mn-ea"/>
                          <a:cs typeface="+mn-cs"/>
                        </a:rPr>
                        <a:t>The paper concludes by mentioning the focus on both abstractive and extractive summarization methods is good. It suggests a broad exploration of techniques, considering both the extraction of existing sentences and the generation of new ones..</a:t>
                      </a:r>
                      <a:endParaRPr lang="en-IN" sz="1000" dirty="0"/>
                    </a:p>
                  </a:txBody>
                  <a:tcPr/>
                </a:tc>
                <a:extLst>
                  <a:ext uri="{0D108BD9-81ED-4DB2-BD59-A6C34878D82A}">
                    <a16:rowId xmlns:a16="http://schemas.microsoft.com/office/drawing/2014/main" val="3097843794"/>
                  </a:ext>
                </a:extLst>
              </a:tr>
              <a:tr h="1439333">
                <a:tc>
                  <a:txBody>
                    <a:bodyPr/>
                    <a:lstStyle/>
                    <a:p>
                      <a:r>
                        <a:rPr lang="en-US" dirty="0"/>
                        <a:t>2</a:t>
                      </a:r>
                      <a:endParaRPr lang="en-IN" dirty="0"/>
                    </a:p>
                  </a:txBody>
                  <a:tcPr/>
                </a:tc>
                <a:tc>
                  <a:txBody>
                    <a:bodyPr/>
                    <a:lstStyle/>
                    <a:p>
                      <a:r>
                        <a:rPr lang="en-US" sz="1000" b="0" i="0" dirty="0">
                          <a:solidFill>
                            <a:schemeClr val="dk1"/>
                          </a:solidFill>
                          <a:effectLst/>
                          <a:latin typeface="+mn-lt"/>
                          <a:ea typeface="+mn-ea"/>
                          <a:cs typeface="+mn-cs"/>
                        </a:rPr>
                        <a:t>Farzad </a:t>
                      </a:r>
                      <a:r>
                        <a:rPr lang="en-US" sz="1000" b="0" i="0" dirty="0" err="1">
                          <a:solidFill>
                            <a:schemeClr val="dk1"/>
                          </a:solidFill>
                          <a:effectLst/>
                          <a:latin typeface="+mn-lt"/>
                          <a:ea typeface="+mn-ea"/>
                          <a:cs typeface="+mn-cs"/>
                        </a:rPr>
                        <a:t>Kiyani</a:t>
                      </a:r>
                      <a:endParaRPr lang="en-US" sz="1000" b="0" i="0" dirty="0">
                        <a:solidFill>
                          <a:schemeClr val="dk1"/>
                        </a:solidFill>
                        <a:effectLst/>
                        <a:latin typeface="+mn-lt"/>
                        <a:ea typeface="+mn-ea"/>
                        <a:cs typeface="+mn-cs"/>
                      </a:endParaRPr>
                    </a:p>
                    <a:p>
                      <a:r>
                        <a:rPr lang="en-US" sz="1000" b="0" i="0" dirty="0">
                          <a:solidFill>
                            <a:schemeClr val="dk1"/>
                          </a:solidFill>
                          <a:effectLst/>
                          <a:latin typeface="+mn-lt"/>
                          <a:ea typeface="+mn-ea"/>
                          <a:cs typeface="+mn-cs"/>
                        </a:rPr>
                        <a:t>Press Academia Procedia 205-213</a:t>
                      </a:r>
                    </a:p>
                    <a:p>
                      <a:r>
                        <a:rPr lang="en-US" sz="1000" b="0" i="0" dirty="0">
                          <a:solidFill>
                            <a:schemeClr val="dk1"/>
                          </a:solidFill>
                          <a:effectLst/>
                          <a:latin typeface="+mn-lt"/>
                          <a:ea typeface="+mn-ea"/>
                          <a:cs typeface="+mn-cs"/>
                        </a:rPr>
                        <a:t>(2017)</a:t>
                      </a:r>
                      <a:endParaRPr lang="en-IN" sz="1000" dirty="0"/>
                    </a:p>
                  </a:txBody>
                  <a:tcPr/>
                </a:tc>
                <a:tc>
                  <a:txBody>
                    <a:bodyPr/>
                    <a:lstStyle/>
                    <a:p>
                      <a:r>
                        <a:rPr lang="en-US" sz="1000" dirty="0"/>
                        <a:t>A SURVEY AUTOMATIC TEXT SUMMARIZATION</a:t>
                      </a:r>
                      <a:endParaRPr lang="en-IN" sz="1000" dirty="0"/>
                    </a:p>
                  </a:txBody>
                  <a:tcPr/>
                </a:tc>
                <a:tc>
                  <a:txBody>
                    <a:bodyPr/>
                    <a:lstStyle/>
                    <a:p>
                      <a:r>
                        <a:rPr lang="en-US" sz="1000" dirty="0"/>
                        <a:t>A SURVEY AUTOMATIC TEXT SUMMARIZATION using NLP and Stastical approach</a:t>
                      </a:r>
                      <a:endParaRPr lang="en-IN" sz="1000" dirty="0"/>
                    </a:p>
                  </a:txBody>
                  <a:tcPr/>
                </a:tc>
                <a:tc>
                  <a:txBody>
                    <a:bodyPr/>
                    <a:lstStyle/>
                    <a:p>
                      <a:r>
                        <a:rPr lang="en-US" sz="1000" b="0" i="0" dirty="0">
                          <a:solidFill>
                            <a:schemeClr val="dk1"/>
                          </a:solidFill>
                          <a:effectLst/>
                          <a:latin typeface="+mn-lt"/>
                          <a:ea typeface="+mn-ea"/>
                          <a:cs typeface="+mn-cs"/>
                        </a:rPr>
                        <a:t>The text mentions that the paper provides a comparative study of various text summarization techniques. This sets a clear expectation for readers regarding the paper's focus and goal.. </a:t>
                      </a:r>
                      <a:endParaRPr lang="en-IN" sz="1000" dirty="0"/>
                    </a:p>
                  </a:txBody>
                  <a:tcPr/>
                </a:tc>
                <a:tc>
                  <a:txBody>
                    <a:bodyPr/>
                    <a:lstStyle/>
                    <a:p>
                      <a:r>
                        <a:rPr lang="en-US" sz="1000" b="0" i="0" dirty="0">
                          <a:solidFill>
                            <a:schemeClr val="dk1"/>
                          </a:solidFill>
                          <a:effectLst/>
                          <a:latin typeface="+mn-lt"/>
                          <a:ea typeface="+mn-ea"/>
                          <a:cs typeface="+mn-cs"/>
                        </a:rPr>
                        <a:t>The explanation of extractive summarization is concise and highlights the method's reliance on selecting high-ranking sentences based on word and sentence features. The consideration of statistical and linguistic features for sentence importance adds depth to the explanation.</a:t>
                      </a:r>
                      <a:endParaRPr lang="en-IN" sz="1000" dirty="0"/>
                    </a:p>
                  </a:txBody>
                  <a:tcPr/>
                </a:tc>
                <a:extLst>
                  <a:ext uri="{0D108BD9-81ED-4DB2-BD59-A6C34878D82A}">
                    <a16:rowId xmlns:a16="http://schemas.microsoft.com/office/drawing/2014/main" val="3396774005"/>
                  </a:ext>
                </a:extLst>
              </a:tr>
              <a:tr h="1889125">
                <a:tc>
                  <a:txBody>
                    <a:bodyPr/>
                    <a:lstStyle/>
                    <a:p>
                      <a:r>
                        <a:rPr lang="en-US" dirty="0"/>
                        <a:t>3</a:t>
                      </a:r>
                      <a:endParaRPr lang="en-IN" dirty="0"/>
                    </a:p>
                  </a:txBody>
                  <a:tcPr/>
                </a:tc>
                <a:tc>
                  <a:txBody>
                    <a:bodyPr/>
                    <a:lstStyle/>
                    <a:p>
                      <a:r>
                        <a:rPr lang="en-US" sz="1000" b="0" i="0" dirty="0" err="1">
                          <a:solidFill>
                            <a:schemeClr val="dk1"/>
                          </a:solidFill>
                          <a:effectLst/>
                          <a:latin typeface="+mn-lt"/>
                          <a:ea typeface="+mn-ea"/>
                          <a:cs typeface="+mn-cs"/>
                        </a:rPr>
                        <a:t>Kiaz</a:t>
                      </a:r>
                      <a:r>
                        <a:rPr lang="en-US" sz="1000" b="0" i="0" dirty="0">
                          <a:solidFill>
                            <a:schemeClr val="dk1"/>
                          </a:solidFill>
                          <a:effectLst/>
                          <a:latin typeface="+mn-lt"/>
                          <a:ea typeface="+mn-ea"/>
                          <a:cs typeface="+mn-cs"/>
                        </a:rPr>
                        <a:t> Merchant,</a:t>
                      </a:r>
                    </a:p>
                    <a:p>
                      <a:r>
                        <a:rPr lang="en-US" sz="1000" b="0" i="0" dirty="0">
                          <a:solidFill>
                            <a:schemeClr val="dk1"/>
                          </a:solidFill>
                          <a:effectLst/>
                          <a:latin typeface="+mn-lt"/>
                          <a:ea typeface="+mn-ea"/>
                          <a:cs typeface="+mn-cs"/>
                        </a:rPr>
                        <a:t>Yash Pandey  </a:t>
                      </a:r>
                      <a:r>
                        <a:rPr lang="en-US" sz="1000" b="0" i="0" dirty="0" err="1">
                          <a:solidFill>
                            <a:schemeClr val="dk1"/>
                          </a:solidFill>
                          <a:effectLst/>
                          <a:latin typeface="+mn-lt"/>
                          <a:ea typeface="+mn-ea"/>
                          <a:cs typeface="+mn-cs"/>
                        </a:rPr>
                        <a:t>Gangey</a:t>
                      </a:r>
                      <a:r>
                        <a:rPr lang="en-US" sz="1000" b="0" i="0" dirty="0">
                          <a:solidFill>
                            <a:schemeClr val="dk1"/>
                          </a:solidFill>
                          <a:effectLst/>
                          <a:latin typeface="+mn-lt"/>
                          <a:ea typeface="+mn-ea"/>
                          <a:cs typeface="+mn-cs"/>
                        </a:rPr>
                        <a:t> Mishra, 2018 International Conference on Advances in Computing, Communications and Informatics, Vol. 8, Issue 4, September 2018</a:t>
                      </a:r>
                      <a:endParaRPr lang="en-IN" sz="1000" dirty="0"/>
                    </a:p>
                  </a:txBody>
                  <a:tcPr/>
                </a:tc>
                <a:tc>
                  <a:txBody>
                    <a:bodyPr/>
                    <a:lstStyle/>
                    <a:p>
                      <a:r>
                        <a:rPr lang="en-US" sz="1000" b="0" i="0" dirty="0">
                          <a:solidFill>
                            <a:schemeClr val="dk1"/>
                          </a:solidFill>
                          <a:effectLst/>
                          <a:latin typeface="+mn-lt"/>
                          <a:ea typeface="+mn-ea"/>
                          <a:cs typeface="+mn-cs"/>
                        </a:rPr>
                        <a:t>NLP Based Latent Semantic Analysis for Legal Text Summarization</a:t>
                      </a:r>
                      <a:endParaRPr lang="en-IN" sz="1000" dirty="0"/>
                    </a:p>
                  </a:txBody>
                  <a:tcPr/>
                </a:tc>
                <a:tc>
                  <a:txBody>
                    <a:bodyPr/>
                    <a:lstStyle/>
                    <a:p>
                      <a:r>
                        <a:rPr lang="en-IN" sz="1000" dirty="0"/>
                        <a:t>Latent Semantic analysis</a:t>
                      </a:r>
                    </a:p>
                  </a:txBody>
                  <a:tcPr/>
                </a:tc>
                <a:tc>
                  <a:txBody>
                    <a:bodyPr/>
                    <a:lstStyle/>
                    <a:p>
                      <a:r>
                        <a:rPr lang="en-US" sz="1000" b="0" i="0" dirty="0">
                          <a:solidFill>
                            <a:schemeClr val="dk1"/>
                          </a:solidFill>
                          <a:effectLst/>
                          <a:latin typeface="+mn-lt"/>
                          <a:ea typeface="+mn-ea"/>
                          <a:cs typeface="+mn-cs"/>
                        </a:rPr>
                        <a:t>The mention of using latent semantic analysis (LSA), a natural language processing technique, demonstrates a commitment to employing advanced technologies for information extraction..</a:t>
                      </a:r>
                      <a:endParaRPr lang="en-IN" sz="1000" dirty="0"/>
                    </a:p>
                  </a:txBody>
                  <a:tcPr/>
                </a:tc>
                <a:tc>
                  <a:txBody>
                    <a:bodyPr/>
                    <a:lstStyle/>
                    <a:p>
                      <a:r>
                        <a:rPr lang="en-US" sz="1000" b="0" i="0" dirty="0">
                          <a:solidFill>
                            <a:schemeClr val="dk1"/>
                          </a:solidFill>
                          <a:effectLst/>
                          <a:latin typeface="+mn-lt"/>
                          <a:ea typeface="+mn-ea"/>
                          <a:cs typeface="+mn-cs"/>
                        </a:rPr>
                        <a:t>The inclusion of two approaches, a single document untrained approach and a multi-document trained approach based on case types (criminal or civil), showcases adaptability to different scenarios. This tailored approach indicates a thoughtful consideration of the diverse nature of legal documents..</a:t>
                      </a:r>
                      <a:endParaRPr lang="en-IN" sz="1000" dirty="0"/>
                    </a:p>
                  </a:txBody>
                  <a:tcPr/>
                </a:tc>
                <a:extLst>
                  <a:ext uri="{0D108BD9-81ED-4DB2-BD59-A6C34878D82A}">
                    <a16:rowId xmlns:a16="http://schemas.microsoft.com/office/drawing/2014/main" val="715288033"/>
                  </a:ext>
                </a:extLst>
              </a:tr>
              <a:tr h="359833">
                <a:tc>
                  <a:txBody>
                    <a:bodyPr/>
                    <a:lstStyle/>
                    <a:p>
                      <a:endParaRPr lang="en-IN" dirty="0"/>
                    </a:p>
                  </a:txBody>
                  <a:tcPr/>
                </a:tc>
                <a:tc>
                  <a:txBody>
                    <a:bodyPr/>
                    <a:lstStyle/>
                    <a:p>
                      <a:endParaRPr lang="en-IN" sz="1000" dirty="0"/>
                    </a:p>
                  </a:txBody>
                  <a:tcPr/>
                </a:tc>
                <a:tc>
                  <a:txBody>
                    <a:bodyPr/>
                    <a:lstStyle/>
                    <a:p>
                      <a:endParaRPr lang="en-IN" sz="1000" dirty="0"/>
                    </a:p>
                  </a:txBody>
                  <a:tcPr/>
                </a:tc>
                <a:tc>
                  <a:txBody>
                    <a:bodyPr/>
                    <a:lstStyle/>
                    <a:p>
                      <a:endParaRPr lang="en-IN" sz="1000" dirty="0"/>
                    </a:p>
                  </a:txBody>
                  <a:tcPr/>
                </a:tc>
                <a:tc>
                  <a:txBody>
                    <a:bodyPr/>
                    <a:lstStyle/>
                    <a:p>
                      <a:endParaRPr lang="en-IN" sz="1000" dirty="0"/>
                    </a:p>
                  </a:txBody>
                  <a:tcPr/>
                </a:tc>
                <a:tc>
                  <a:txBody>
                    <a:bodyPr/>
                    <a:lstStyle/>
                    <a:p>
                      <a:endParaRPr lang="en-IN" sz="1000" dirty="0"/>
                    </a:p>
                  </a:txBody>
                  <a:tcPr/>
                </a:tc>
                <a:extLst>
                  <a:ext uri="{0D108BD9-81ED-4DB2-BD59-A6C34878D82A}">
                    <a16:rowId xmlns:a16="http://schemas.microsoft.com/office/drawing/2014/main" val="3764279788"/>
                  </a:ext>
                </a:extLst>
              </a:tr>
            </a:tbl>
          </a:graphicData>
        </a:graphic>
      </p:graphicFrame>
    </p:spTree>
    <p:extLst>
      <p:ext uri="{BB962C8B-B14F-4D97-AF65-F5344CB8AC3E}">
        <p14:creationId xmlns:p14="http://schemas.microsoft.com/office/powerpoint/2010/main" val="16673794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US"/>
          </a:p>
        </p:txBody>
      </p:sp>
      <p:sp>
        <p:nvSpPr>
          <p:cNvPr id="50" name="CustomShape 2"/>
          <p:cNvSpPr/>
          <p:nvPr/>
        </p:nvSpPr>
        <p:spPr>
          <a:xfrm>
            <a:off x="457200" y="489360"/>
            <a:ext cx="8381160" cy="577440"/>
          </a:xfrm>
          <a:prstGeom prst="rect">
            <a:avLst/>
          </a:prstGeom>
        </p:spPr>
        <p:txBody>
          <a:bodyPr lIns="90000" tIns="45000" rIns="90000" bIns="45000"/>
          <a:lstStyle/>
          <a:p>
            <a:pPr>
              <a:lnSpc>
                <a:spcPct val="100000"/>
              </a:lnSpc>
            </a:pPr>
            <a:r>
              <a:rPr lang="en-US" sz="3200" b="1" dirty="0">
                <a:solidFill>
                  <a:srgbClr val="C00000"/>
                </a:solidFill>
                <a:latin typeface="Calibri" panose="020F0502020204030204" pitchFamily="34" charset="0"/>
                <a:ea typeface="Calibri" panose="020F0502020204030204" pitchFamily="34" charset="0"/>
                <a:cs typeface="Calibri" panose="020F0502020204030204" pitchFamily="34" charset="0"/>
              </a:rPr>
              <a:t>Implementation of Existing system</a:t>
            </a:r>
            <a:endParaRPr sz="32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6D71EE29-BD7E-9271-6B11-F10C7BE642B3}"/>
              </a:ext>
            </a:extLst>
          </p:cNvPr>
          <p:cNvSpPr txBox="1"/>
          <p:nvPr/>
        </p:nvSpPr>
        <p:spPr>
          <a:xfrm>
            <a:off x="457200" y="1752600"/>
            <a:ext cx="8305800" cy="5078313"/>
          </a:xfrm>
          <a:prstGeom prst="rect">
            <a:avLst/>
          </a:prstGeom>
          <a:noFill/>
        </p:spPr>
        <p:txBody>
          <a:bodyPr wrap="square" rtlCol="0">
            <a:spAutoFit/>
          </a:bodyPr>
          <a:lstStyle/>
          <a:p>
            <a:pPr marL="285750" indent="-285750" algn="just">
              <a:buFont typeface="Arial" panose="020B0604020202020204" pitchFamily="34" charset="0"/>
              <a:buChar char="•"/>
            </a:pPr>
            <a:r>
              <a:rPr lang="en-US" dirty="0"/>
              <a:t>Select the type of summary you want: abstractive or extractive.</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Gather various datasets that include summaries and accompanying text.</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 Clean and format the data as a preprocessing step.</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 Use Text Rank or machine learning algorithms for extractive.</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Tokenize the text by assigning number vectors to each word.</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Models are trained with labeled data.</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Adjust for certain summarizing assignments.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Include the model in batch or real-time processing applications.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28276987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0C8745D-A7A9-CD0D-9602-D73F36E42600}"/>
              </a:ext>
            </a:extLst>
          </p:cNvPr>
          <p:cNvSpPr txBox="1"/>
          <p:nvPr/>
        </p:nvSpPr>
        <p:spPr>
          <a:xfrm>
            <a:off x="1600200" y="2325693"/>
            <a:ext cx="7315200" cy="769441"/>
          </a:xfrm>
          <a:prstGeom prst="rect">
            <a:avLst/>
          </a:prstGeom>
          <a:noFill/>
        </p:spPr>
        <p:txBody>
          <a:bodyPr wrap="square" rtlCol="0">
            <a:spAutoFit/>
          </a:bodyPr>
          <a:lstStyle/>
          <a:p>
            <a:r>
              <a:rPr lang="en-IN" sz="4400" b="1" dirty="0"/>
              <a:t>Proposed method</a:t>
            </a:r>
          </a:p>
        </p:txBody>
      </p:sp>
      <p:sp>
        <p:nvSpPr>
          <p:cNvPr id="5" name="CustomShape 1">
            <a:extLst>
              <a:ext uri="{FF2B5EF4-FFF2-40B4-BE49-F238E27FC236}">
                <a16:creationId xmlns:a16="http://schemas.microsoft.com/office/drawing/2014/main" id="{939F0FB8-F507-2F69-AE79-9E845AA27246}"/>
              </a:ext>
            </a:extLst>
          </p:cNvPr>
          <p:cNvSpPr/>
          <p:nvPr/>
        </p:nvSpPr>
        <p:spPr>
          <a:xfrm>
            <a:off x="381240" y="3124200"/>
            <a:ext cx="8381520" cy="75480"/>
          </a:xfrm>
          <a:prstGeom prst="rect">
            <a:avLst/>
          </a:prstGeom>
          <a:solidFill>
            <a:srgbClr val="7030A0"/>
          </a:solidFill>
          <a:ln w="25560">
            <a:solidFill>
              <a:srgbClr val="3A5F8B"/>
            </a:solidFill>
            <a:round/>
          </a:ln>
        </p:spPr>
        <p:txBody>
          <a:bodyPr/>
          <a:lstStyle/>
          <a:p>
            <a:endParaRPr lang="en-US"/>
          </a:p>
        </p:txBody>
      </p:sp>
    </p:spTree>
    <p:extLst>
      <p:ext uri="{BB962C8B-B14F-4D97-AF65-F5344CB8AC3E}">
        <p14:creationId xmlns:p14="http://schemas.microsoft.com/office/powerpoint/2010/main" val="22565153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B89DDC-8451-5043-6B5F-ADFDFA986F26}"/>
              </a:ext>
            </a:extLst>
          </p:cNvPr>
          <p:cNvSpPr txBox="1"/>
          <p:nvPr/>
        </p:nvSpPr>
        <p:spPr>
          <a:xfrm>
            <a:off x="228600" y="33779"/>
            <a:ext cx="4572000" cy="584775"/>
          </a:xfrm>
          <a:prstGeom prst="rect">
            <a:avLst/>
          </a:prstGeom>
          <a:noFill/>
        </p:spPr>
        <p:txBody>
          <a:bodyPr wrap="square" rtlCol="0">
            <a:spAutoFit/>
          </a:bodyPr>
          <a:lstStyle/>
          <a:p>
            <a:r>
              <a:rPr lang="en-IN" sz="3200" b="1" dirty="0">
                <a:solidFill>
                  <a:srgbClr val="C00000"/>
                </a:solidFill>
                <a:latin typeface="Calibri" panose="020F0502020204030204" pitchFamily="34" charset="0"/>
                <a:ea typeface="Calibri" panose="020F0502020204030204" pitchFamily="34" charset="0"/>
                <a:cs typeface="Calibri" panose="020F0502020204030204" pitchFamily="34" charset="0"/>
              </a:rPr>
              <a:t>Proposed method</a:t>
            </a:r>
          </a:p>
        </p:txBody>
      </p:sp>
      <p:sp>
        <p:nvSpPr>
          <p:cNvPr id="3" name="CustomShape 1">
            <a:extLst>
              <a:ext uri="{FF2B5EF4-FFF2-40B4-BE49-F238E27FC236}">
                <a16:creationId xmlns:a16="http://schemas.microsoft.com/office/drawing/2014/main" id="{BD533EFE-F19E-2DF8-6E63-80A6433B2CC1}"/>
              </a:ext>
            </a:extLst>
          </p:cNvPr>
          <p:cNvSpPr/>
          <p:nvPr/>
        </p:nvSpPr>
        <p:spPr>
          <a:xfrm>
            <a:off x="23567" y="618554"/>
            <a:ext cx="8381520" cy="75480"/>
          </a:xfrm>
          <a:prstGeom prst="rect">
            <a:avLst/>
          </a:prstGeom>
          <a:solidFill>
            <a:srgbClr val="7030A0"/>
          </a:solidFill>
          <a:ln w="25560">
            <a:solidFill>
              <a:srgbClr val="3A5F8B"/>
            </a:solidFill>
            <a:round/>
          </a:ln>
        </p:spPr>
        <p:txBody>
          <a:bodyPr/>
          <a:lstStyle/>
          <a:p>
            <a:endParaRPr lang="en-US"/>
          </a:p>
        </p:txBody>
      </p:sp>
      <p:sp>
        <p:nvSpPr>
          <p:cNvPr id="4" name="TextBox 3">
            <a:extLst>
              <a:ext uri="{FF2B5EF4-FFF2-40B4-BE49-F238E27FC236}">
                <a16:creationId xmlns:a16="http://schemas.microsoft.com/office/drawing/2014/main" id="{C42752F6-606F-22F4-672A-3F8F74BEA50F}"/>
              </a:ext>
            </a:extLst>
          </p:cNvPr>
          <p:cNvSpPr txBox="1"/>
          <p:nvPr/>
        </p:nvSpPr>
        <p:spPr>
          <a:xfrm>
            <a:off x="533400" y="1295400"/>
            <a:ext cx="8229600" cy="5078313"/>
          </a:xfrm>
          <a:prstGeom prst="rect">
            <a:avLst/>
          </a:prstGeom>
          <a:noFill/>
        </p:spPr>
        <p:txBody>
          <a:bodyPr wrap="square" rtlCol="0">
            <a:spAutoFit/>
          </a:bodyPr>
          <a:lstStyle/>
          <a:p>
            <a:pPr algn="just"/>
            <a:r>
              <a:rPr lang="en-US" dirty="0">
                <a:latin typeface="+mj-lt"/>
              </a:rPr>
              <a:t>The proposed method for summarization we are going to </a:t>
            </a:r>
            <a:r>
              <a:rPr lang="en-US" b="0" i="0" dirty="0">
                <a:effectLst/>
                <a:latin typeface="+mj-lt"/>
              </a:rPr>
              <a:t>use </a:t>
            </a:r>
            <a:r>
              <a:rPr lang="en-US" b="0" i="0" dirty="0" err="1">
                <a:effectLst/>
                <a:latin typeface="+mj-lt"/>
              </a:rPr>
              <a:t>Gradio</a:t>
            </a:r>
            <a:r>
              <a:rPr lang="en-US" b="0" i="0" dirty="0">
                <a:effectLst/>
                <a:latin typeface="+mj-lt"/>
              </a:rPr>
              <a:t>, Pytube, transformers, and others. Audio processing is a key component, utilizing libraries like </a:t>
            </a:r>
            <a:r>
              <a:rPr lang="en-US" b="0" i="0" dirty="0" err="1">
                <a:effectLst/>
                <a:latin typeface="+mj-lt"/>
              </a:rPr>
              <a:t>Pyaudioconvert</a:t>
            </a:r>
            <a:r>
              <a:rPr lang="en-US" b="0" i="0" dirty="0">
                <a:effectLst/>
                <a:latin typeface="+mj-lt"/>
              </a:rPr>
              <a:t>, transformers for Wav2Vec2.0, and the Bert summarizer. The code facilitates the extraction of information from YouTube videos by utilizing the Pytube library and processing the resulting audio with the assistance of </a:t>
            </a:r>
            <a:r>
              <a:rPr lang="en-US" b="0" i="0" dirty="0" err="1">
                <a:effectLst/>
                <a:latin typeface="+mj-lt"/>
              </a:rPr>
              <a:t>MoviePy</a:t>
            </a:r>
            <a:r>
              <a:rPr lang="en-US" b="0" i="0" dirty="0">
                <a:effectLst/>
                <a:latin typeface="+mj-lt"/>
              </a:rPr>
              <a:t> and </a:t>
            </a:r>
            <a:r>
              <a:rPr lang="en-US" b="0" i="0" dirty="0" err="1">
                <a:effectLst/>
                <a:latin typeface="+mj-lt"/>
              </a:rPr>
              <a:t>Pydub</a:t>
            </a:r>
            <a:r>
              <a:rPr lang="en-US" b="0" i="0" dirty="0">
                <a:effectLst/>
                <a:latin typeface="+mj-lt"/>
              </a:rPr>
              <a:t>. the text as summarization capabilities using the Bert-extractive-summarizer library.</a:t>
            </a:r>
          </a:p>
          <a:p>
            <a:pPr algn="just"/>
            <a:r>
              <a:rPr lang="en-US" dirty="0">
                <a:latin typeface="+mj-lt"/>
              </a:rPr>
              <a:t>We can convert the summary of text into pdf using </a:t>
            </a:r>
            <a:r>
              <a:rPr lang="en-US" dirty="0" err="1">
                <a:latin typeface="+mj-lt"/>
              </a:rPr>
              <a:t>Fpdf</a:t>
            </a:r>
            <a:r>
              <a:rPr lang="en-US" dirty="0">
                <a:latin typeface="+mj-lt"/>
              </a:rPr>
              <a:t>. </a:t>
            </a:r>
            <a:r>
              <a:rPr lang="en-US" dirty="0" err="1">
                <a:latin typeface="+mj-lt"/>
              </a:rPr>
              <a:t>Ffmpeg</a:t>
            </a:r>
            <a:r>
              <a:rPr lang="en-US" dirty="0">
                <a:latin typeface="+mj-lt"/>
              </a:rPr>
              <a:t> </a:t>
            </a:r>
            <a:r>
              <a:rPr lang="en-US" b="0" i="0" dirty="0">
                <a:effectLst/>
                <a:latin typeface="+mj-lt"/>
              </a:rPr>
              <a:t>is a command-line tool and a multimedia framework that can be used to record, convert, and stream audio and video. The </a:t>
            </a:r>
            <a:r>
              <a:rPr lang="en-US" b="0" i="0" dirty="0" err="1">
                <a:effectLst/>
                <a:latin typeface="+mj-lt"/>
              </a:rPr>
              <a:t>Gradio</a:t>
            </a:r>
            <a:r>
              <a:rPr lang="en-US" b="0" i="0" dirty="0">
                <a:effectLst/>
                <a:latin typeface="+mj-lt"/>
              </a:rPr>
              <a:t> library is used to create a user-friendly web interface, enabling users to interact with the tool by providing YouTube video URLs, recorded video names, audio names, or text for summarization. The code is organized into modular functions and packages, enhancing readability and maintainability. the project adopts a systematic approach, making use of pre-trained models and algorithms to carry out tasks such as text summarization, punctuation, capitalization, and audio-to-text conversion. Overall, the implemented code showcases an integrated solution for AI-powered note generation with a user-friendly interface.</a:t>
            </a:r>
            <a:endParaRPr lang="en-IN" dirty="0">
              <a:latin typeface="+mj-lt"/>
            </a:endParaRPr>
          </a:p>
        </p:txBody>
      </p:sp>
    </p:spTree>
    <p:extLst>
      <p:ext uri="{BB962C8B-B14F-4D97-AF65-F5344CB8AC3E}">
        <p14:creationId xmlns:p14="http://schemas.microsoft.com/office/powerpoint/2010/main" val="28207474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ABE702-D111-A560-BC07-AC8146490C98}"/>
              </a:ext>
            </a:extLst>
          </p:cNvPr>
          <p:cNvSpPr txBox="1"/>
          <p:nvPr/>
        </p:nvSpPr>
        <p:spPr>
          <a:xfrm>
            <a:off x="381240" y="2354759"/>
            <a:ext cx="8381520" cy="769441"/>
          </a:xfrm>
          <a:prstGeom prst="rect">
            <a:avLst/>
          </a:prstGeom>
          <a:noFill/>
        </p:spPr>
        <p:txBody>
          <a:bodyPr wrap="square" rtlCol="0">
            <a:spAutoFit/>
          </a:bodyPr>
          <a:lstStyle/>
          <a:p>
            <a:r>
              <a:rPr lang="en-IN" sz="4400" b="1" dirty="0"/>
              <a:t>Proposed System Architecture</a:t>
            </a:r>
          </a:p>
        </p:txBody>
      </p:sp>
      <p:sp>
        <p:nvSpPr>
          <p:cNvPr id="3" name="CustomShape 1">
            <a:extLst>
              <a:ext uri="{FF2B5EF4-FFF2-40B4-BE49-F238E27FC236}">
                <a16:creationId xmlns:a16="http://schemas.microsoft.com/office/drawing/2014/main" id="{DE7924DF-0520-6D1D-35E7-539F9099E6CB}"/>
              </a:ext>
            </a:extLst>
          </p:cNvPr>
          <p:cNvSpPr/>
          <p:nvPr/>
        </p:nvSpPr>
        <p:spPr>
          <a:xfrm>
            <a:off x="381240" y="3124200"/>
            <a:ext cx="8381520" cy="75480"/>
          </a:xfrm>
          <a:prstGeom prst="rect">
            <a:avLst/>
          </a:prstGeom>
          <a:solidFill>
            <a:srgbClr val="7030A0"/>
          </a:solidFill>
          <a:ln w="25560">
            <a:solidFill>
              <a:srgbClr val="3A5F8B"/>
            </a:solidFill>
            <a:round/>
          </a:ln>
        </p:spPr>
        <p:txBody>
          <a:bodyPr/>
          <a:lstStyle/>
          <a:p>
            <a:endParaRPr lang="en-US"/>
          </a:p>
        </p:txBody>
      </p:sp>
    </p:spTree>
    <p:extLst>
      <p:ext uri="{BB962C8B-B14F-4D97-AF65-F5344CB8AC3E}">
        <p14:creationId xmlns:p14="http://schemas.microsoft.com/office/powerpoint/2010/main" val="4063299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A21E2F9-8AB6-24E5-E769-5171DF9D8BC8}"/>
              </a:ext>
            </a:extLst>
          </p:cNvPr>
          <p:cNvSpPr txBox="1"/>
          <p:nvPr/>
        </p:nvSpPr>
        <p:spPr>
          <a:xfrm>
            <a:off x="228600" y="60430"/>
            <a:ext cx="4572000" cy="584775"/>
          </a:xfrm>
          <a:prstGeom prst="rect">
            <a:avLst/>
          </a:prstGeom>
          <a:noFill/>
        </p:spPr>
        <p:txBody>
          <a:bodyPr wrap="square">
            <a:spAutoFit/>
          </a:bodyPr>
          <a:lstStyle/>
          <a:p>
            <a:r>
              <a:rPr lang="en-IN" sz="3200" b="1" dirty="0">
                <a:solidFill>
                  <a:srgbClr val="C00000"/>
                </a:solidFill>
                <a:latin typeface="Calibri" panose="020F0502020204030204" pitchFamily="34" charset="0"/>
                <a:ea typeface="Calibri" panose="020F0502020204030204" pitchFamily="34" charset="0"/>
                <a:cs typeface="Calibri" panose="020F0502020204030204" pitchFamily="34" charset="0"/>
              </a:rPr>
              <a:t>System Architecture</a:t>
            </a:r>
          </a:p>
        </p:txBody>
      </p:sp>
      <p:pic>
        <p:nvPicPr>
          <p:cNvPr id="6" name="Picture 5">
            <a:extLst>
              <a:ext uri="{FF2B5EF4-FFF2-40B4-BE49-F238E27FC236}">
                <a16:creationId xmlns:a16="http://schemas.microsoft.com/office/drawing/2014/main" id="{8CD55035-AC68-68A4-BCD4-65B76AC0D4E8}"/>
              </a:ext>
            </a:extLst>
          </p:cNvPr>
          <p:cNvPicPr>
            <a:picLocks noChangeAspect="1"/>
          </p:cNvPicPr>
          <p:nvPr/>
        </p:nvPicPr>
        <p:blipFill>
          <a:blip r:embed="rId2"/>
          <a:stretch>
            <a:fillRect/>
          </a:stretch>
        </p:blipFill>
        <p:spPr>
          <a:xfrm>
            <a:off x="76200" y="592817"/>
            <a:ext cx="8410575" cy="104775"/>
          </a:xfrm>
          <a:prstGeom prst="rect">
            <a:avLst/>
          </a:prstGeom>
        </p:spPr>
      </p:pic>
      <p:pic>
        <p:nvPicPr>
          <p:cNvPr id="4" name="Graphic 3" descr="Man">
            <a:extLst>
              <a:ext uri="{FF2B5EF4-FFF2-40B4-BE49-F238E27FC236}">
                <a16:creationId xmlns:a16="http://schemas.microsoft.com/office/drawing/2014/main" id="{139335C5-D511-8A79-23CA-F1E67D085BA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000" y="990600"/>
            <a:ext cx="914400" cy="914400"/>
          </a:xfrm>
          <a:prstGeom prst="rect">
            <a:avLst/>
          </a:prstGeom>
        </p:spPr>
      </p:pic>
      <p:cxnSp>
        <p:nvCxnSpPr>
          <p:cNvPr id="7" name="Straight Arrow Connector 6">
            <a:extLst>
              <a:ext uri="{FF2B5EF4-FFF2-40B4-BE49-F238E27FC236}">
                <a16:creationId xmlns:a16="http://schemas.microsoft.com/office/drawing/2014/main" id="{D2885924-728C-D1ED-6534-F25968F57650}"/>
              </a:ext>
            </a:extLst>
          </p:cNvPr>
          <p:cNvCxnSpPr/>
          <p:nvPr/>
        </p:nvCxnSpPr>
        <p:spPr>
          <a:xfrm>
            <a:off x="1524000" y="1371600"/>
            <a:ext cx="6858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9" name="Graphic 8" descr="Computer">
            <a:extLst>
              <a:ext uri="{FF2B5EF4-FFF2-40B4-BE49-F238E27FC236}">
                <a16:creationId xmlns:a16="http://schemas.microsoft.com/office/drawing/2014/main" id="{BC0DB4C8-830F-D53F-3F7E-C36B77C6083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286000" y="990600"/>
            <a:ext cx="914400" cy="914400"/>
          </a:xfrm>
          <a:prstGeom prst="rect">
            <a:avLst/>
          </a:prstGeom>
        </p:spPr>
      </p:pic>
      <p:cxnSp>
        <p:nvCxnSpPr>
          <p:cNvPr id="11" name="Straight Arrow Connector 10">
            <a:extLst>
              <a:ext uri="{FF2B5EF4-FFF2-40B4-BE49-F238E27FC236}">
                <a16:creationId xmlns:a16="http://schemas.microsoft.com/office/drawing/2014/main" id="{0FCCBBDF-CC38-B015-CDA4-4A9F81DEE744}"/>
              </a:ext>
            </a:extLst>
          </p:cNvPr>
          <p:cNvCxnSpPr/>
          <p:nvPr/>
        </p:nvCxnSpPr>
        <p:spPr>
          <a:xfrm>
            <a:off x="3352800" y="1371600"/>
            <a:ext cx="6096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Rectangle 11">
            <a:extLst>
              <a:ext uri="{FF2B5EF4-FFF2-40B4-BE49-F238E27FC236}">
                <a16:creationId xmlns:a16="http://schemas.microsoft.com/office/drawing/2014/main" id="{11D729AB-DF73-0679-5C3A-52A27E9BA0E3}"/>
              </a:ext>
            </a:extLst>
          </p:cNvPr>
          <p:cNvSpPr/>
          <p:nvPr/>
        </p:nvSpPr>
        <p:spPr>
          <a:xfrm>
            <a:off x="4191000" y="1066800"/>
            <a:ext cx="1600200" cy="8381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Input module</a:t>
            </a:r>
            <a:endParaRPr lang="en-IN" dirty="0">
              <a:solidFill>
                <a:schemeClr val="tx1"/>
              </a:solidFill>
            </a:endParaRPr>
          </a:p>
        </p:txBody>
      </p:sp>
      <p:sp>
        <p:nvSpPr>
          <p:cNvPr id="13" name="Rectangle 12">
            <a:extLst>
              <a:ext uri="{FF2B5EF4-FFF2-40B4-BE49-F238E27FC236}">
                <a16:creationId xmlns:a16="http://schemas.microsoft.com/office/drawing/2014/main" id="{9FCF9019-3910-1FAD-2643-5B2B66DA4D41}"/>
              </a:ext>
            </a:extLst>
          </p:cNvPr>
          <p:cNvSpPr/>
          <p:nvPr/>
        </p:nvSpPr>
        <p:spPr>
          <a:xfrm>
            <a:off x="228600" y="2757340"/>
            <a:ext cx="1981200" cy="1066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Pytube, wav2vec2</a:t>
            </a:r>
            <a:endParaRPr lang="en-IN" dirty="0">
              <a:solidFill>
                <a:schemeClr val="tx1"/>
              </a:solidFill>
            </a:endParaRPr>
          </a:p>
        </p:txBody>
      </p:sp>
      <p:sp>
        <p:nvSpPr>
          <p:cNvPr id="14" name="Rectangle 13">
            <a:extLst>
              <a:ext uri="{FF2B5EF4-FFF2-40B4-BE49-F238E27FC236}">
                <a16:creationId xmlns:a16="http://schemas.microsoft.com/office/drawing/2014/main" id="{B08B31F6-34A1-253F-4947-71DDB167BE5C}"/>
              </a:ext>
            </a:extLst>
          </p:cNvPr>
          <p:cNvSpPr/>
          <p:nvPr/>
        </p:nvSpPr>
        <p:spPr>
          <a:xfrm>
            <a:off x="2514600" y="2757340"/>
            <a:ext cx="1981200" cy="1066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Moviepy, wav2vec2</a:t>
            </a:r>
            <a:endParaRPr lang="en-IN" dirty="0">
              <a:solidFill>
                <a:schemeClr val="tx1"/>
              </a:solidFill>
            </a:endParaRPr>
          </a:p>
        </p:txBody>
      </p:sp>
      <p:sp>
        <p:nvSpPr>
          <p:cNvPr id="15" name="Rectangle 14">
            <a:extLst>
              <a:ext uri="{FF2B5EF4-FFF2-40B4-BE49-F238E27FC236}">
                <a16:creationId xmlns:a16="http://schemas.microsoft.com/office/drawing/2014/main" id="{5F72CFB9-023F-2038-2AB2-7830E2E09985}"/>
              </a:ext>
            </a:extLst>
          </p:cNvPr>
          <p:cNvSpPr/>
          <p:nvPr/>
        </p:nvSpPr>
        <p:spPr>
          <a:xfrm>
            <a:off x="4824167" y="2757340"/>
            <a:ext cx="1981200" cy="1066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Bert, wav2vec2</a:t>
            </a:r>
            <a:endParaRPr lang="en-IN" dirty="0">
              <a:solidFill>
                <a:schemeClr val="tx1"/>
              </a:solidFill>
            </a:endParaRPr>
          </a:p>
        </p:txBody>
      </p:sp>
      <p:sp>
        <p:nvSpPr>
          <p:cNvPr id="16" name="Rectangle 15">
            <a:extLst>
              <a:ext uri="{FF2B5EF4-FFF2-40B4-BE49-F238E27FC236}">
                <a16:creationId xmlns:a16="http://schemas.microsoft.com/office/drawing/2014/main" id="{1354772D-1A63-926F-E252-13D645F7FFAD}"/>
              </a:ext>
            </a:extLst>
          </p:cNvPr>
          <p:cNvSpPr/>
          <p:nvPr/>
        </p:nvSpPr>
        <p:spPr>
          <a:xfrm>
            <a:off x="7110167" y="2745556"/>
            <a:ext cx="1981200" cy="1066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Bert model</a:t>
            </a:r>
            <a:endParaRPr lang="en-IN" dirty="0">
              <a:solidFill>
                <a:schemeClr val="tx1"/>
              </a:solidFill>
            </a:endParaRPr>
          </a:p>
        </p:txBody>
      </p:sp>
      <p:cxnSp>
        <p:nvCxnSpPr>
          <p:cNvPr id="18" name="Straight Connector 17">
            <a:extLst>
              <a:ext uri="{FF2B5EF4-FFF2-40B4-BE49-F238E27FC236}">
                <a16:creationId xmlns:a16="http://schemas.microsoft.com/office/drawing/2014/main" id="{4D30D902-2E23-172B-CFB9-D8933A836C53}"/>
              </a:ext>
            </a:extLst>
          </p:cNvPr>
          <p:cNvCxnSpPr/>
          <p:nvPr/>
        </p:nvCxnSpPr>
        <p:spPr>
          <a:xfrm>
            <a:off x="1219200" y="2286000"/>
            <a:ext cx="7086600" cy="0"/>
          </a:xfrm>
          <a:prstGeom prst="line">
            <a:avLst/>
          </a:prstGeom>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444AF5FA-AC3A-F243-03C9-BB9AF0FBE633}"/>
              </a:ext>
            </a:extLst>
          </p:cNvPr>
          <p:cNvCxnSpPr>
            <a:stCxn id="12" idx="2"/>
          </p:cNvCxnSpPr>
          <p:nvPr/>
        </p:nvCxnSpPr>
        <p:spPr>
          <a:xfrm>
            <a:off x="4991100" y="1904997"/>
            <a:ext cx="0" cy="22860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Straight Arrow Connector 21">
            <a:extLst>
              <a:ext uri="{FF2B5EF4-FFF2-40B4-BE49-F238E27FC236}">
                <a16:creationId xmlns:a16="http://schemas.microsoft.com/office/drawing/2014/main" id="{F30C66E5-2222-8DC1-DAD1-2BBA2285D1E1}"/>
              </a:ext>
            </a:extLst>
          </p:cNvPr>
          <p:cNvCxnSpPr/>
          <p:nvPr/>
        </p:nvCxnSpPr>
        <p:spPr>
          <a:xfrm>
            <a:off x="1219200" y="2286000"/>
            <a:ext cx="0" cy="3048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2E743936-5601-95F6-0435-01EF3F0DE65E}"/>
              </a:ext>
            </a:extLst>
          </p:cNvPr>
          <p:cNvCxnSpPr/>
          <p:nvPr/>
        </p:nvCxnSpPr>
        <p:spPr>
          <a:xfrm>
            <a:off x="8305800" y="2286000"/>
            <a:ext cx="0" cy="3048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B5BC529A-039E-8908-4542-A033EF869E80}"/>
              </a:ext>
            </a:extLst>
          </p:cNvPr>
          <p:cNvCxnSpPr/>
          <p:nvPr/>
        </p:nvCxnSpPr>
        <p:spPr>
          <a:xfrm>
            <a:off x="3429000" y="2286000"/>
            <a:ext cx="0" cy="3048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 name="Straight Arrow Connector 27">
            <a:extLst>
              <a:ext uri="{FF2B5EF4-FFF2-40B4-BE49-F238E27FC236}">
                <a16:creationId xmlns:a16="http://schemas.microsoft.com/office/drawing/2014/main" id="{FD1CD01B-3281-F623-EF35-4C660AE2EEA8}"/>
              </a:ext>
            </a:extLst>
          </p:cNvPr>
          <p:cNvCxnSpPr/>
          <p:nvPr/>
        </p:nvCxnSpPr>
        <p:spPr>
          <a:xfrm>
            <a:off x="5814767" y="2286000"/>
            <a:ext cx="0" cy="3048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9" name="TextBox 28">
            <a:extLst>
              <a:ext uri="{FF2B5EF4-FFF2-40B4-BE49-F238E27FC236}">
                <a16:creationId xmlns:a16="http://schemas.microsoft.com/office/drawing/2014/main" id="{9D9EBC41-DE8B-7DB1-8588-D4184F1793FF}"/>
              </a:ext>
            </a:extLst>
          </p:cNvPr>
          <p:cNvSpPr txBox="1"/>
          <p:nvPr/>
        </p:nvSpPr>
        <p:spPr>
          <a:xfrm>
            <a:off x="216817" y="3900100"/>
            <a:ext cx="1992981" cy="276999"/>
          </a:xfrm>
          <a:prstGeom prst="rect">
            <a:avLst/>
          </a:prstGeom>
          <a:noFill/>
        </p:spPr>
        <p:txBody>
          <a:bodyPr wrap="square" rtlCol="0">
            <a:spAutoFit/>
          </a:bodyPr>
          <a:lstStyle/>
          <a:p>
            <a:r>
              <a:rPr lang="en-US" sz="1200" dirty="0">
                <a:solidFill>
                  <a:schemeClr val="tx1"/>
                </a:solidFill>
              </a:rPr>
              <a:t>YouTube video processing</a:t>
            </a:r>
            <a:endParaRPr lang="en-IN" sz="1200" dirty="0">
              <a:solidFill>
                <a:schemeClr val="tx1"/>
              </a:solidFill>
            </a:endParaRPr>
          </a:p>
        </p:txBody>
      </p:sp>
      <p:sp>
        <p:nvSpPr>
          <p:cNvPr id="30" name="TextBox 29">
            <a:extLst>
              <a:ext uri="{FF2B5EF4-FFF2-40B4-BE49-F238E27FC236}">
                <a16:creationId xmlns:a16="http://schemas.microsoft.com/office/drawing/2014/main" id="{440C4A83-7A22-AF8C-D71F-604F58803542}"/>
              </a:ext>
            </a:extLst>
          </p:cNvPr>
          <p:cNvSpPr txBox="1"/>
          <p:nvPr/>
        </p:nvSpPr>
        <p:spPr>
          <a:xfrm>
            <a:off x="2429367" y="3920524"/>
            <a:ext cx="2066433" cy="276999"/>
          </a:xfrm>
          <a:prstGeom prst="rect">
            <a:avLst/>
          </a:prstGeom>
          <a:noFill/>
        </p:spPr>
        <p:txBody>
          <a:bodyPr wrap="square" rtlCol="0">
            <a:spAutoFit/>
          </a:bodyPr>
          <a:lstStyle/>
          <a:p>
            <a:pPr algn="ctr"/>
            <a:r>
              <a:rPr lang="en-US" sz="1200" dirty="0">
                <a:solidFill>
                  <a:schemeClr val="tx1"/>
                </a:solidFill>
              </a:rPr>
              <a:t>Recorded video processing</a:t>
            </a:r>
            <a:endParaRPr lang="en-IN" sz="1200" dirty="0">
              <a:solidFill>
                <a:schemeClr val="tx1"/>
              </a:solidFill>
            </a:endParaRPr>
          </a:p>
        </p:txBody>
      </p:sp>
      <p:sp>
        <p:nvSpPr>
          <p:cNvPr id="31" name="TextBox 30">
            <a:extLst>
              <a:ext uri="{FF2B5EF4-FFF2-40B4-BE49-F238E27FC236}">
                <a16:creationId xmlns:a16="http://schemas.microsoft.com/office/drawing/2014/main" id="{7CC7BC45-3E0A-02AC-FCAD-DF11D4AD1DE4}"/>
              </a:ext>
            </a:extLst>
          </p:cNvPr>
          <p:cNvSpPr txBox="1"/>
          <p:nvPr/>
        </p:nvSpPr>
        <p:spPr>
          <a:xfrm>
            <a:off x="4793530" y="3900101"/>
            <a:ext cx="2066433" cy="276998"/>
          </a:xfrm>
          <a:prstGeom prst="rect">
            <a:avLst/>
          </a:prstGeom>
          <a:noFill/>
        </p:spPr>
        <p:txBody>
          <a:bodyPr wrap="square" rtlCol="0">
            <a:spAutoFit/>
          </a:bodyPr>
          <a:lstStyle/>
          <a:p>
            <a:pPr algn="ctr"/>
            <a:r>
              <a:rPr lang="en-US" sz="1200" dirty="0">
                <a:solidFill>
                  <a:schemeClr val="tx1"/>
                </a:solidFill>
              </a:rPr>
              <a:t>Recorded audio processing</a:t>
            </a:r>
            <a:endParaRPr lang="en-IN" sz="1200" dirty="0">
              <a:solidFill>
                <a:schemeClr val="tx1"/>
              </a:solidFill>
            </a:endParaRPr>
          </a:p>
        </p:txBody>
      </p:sp>
      <p:sp>
        <p:nvSpPr>
          <p:cNvPr id="32" name="TextBox 31">
            <a:extLst>
              <a:ext uri="{FF2B5EF4-FFF2-40B4-BE49-F238E27FC236}">
                <a16:creationId xmlns:a16="http://schemas.microsoft.com/office/drawing/2014/main" id="{3F24DFFE-9CC8-CD39-11AB-4E4BEDF720C1}"/>
              </a:ext>
            </a:extLst>
          </p:cNvPr>
          <p:cNvSpPr txBox="1"/>
          <p:nvPr/>
        </p:nvSpPr>
        <p:spPr>
          <a:xfrm>
            <a:off x="7157693" y="3916596"/>
            <a:ext cx="1992981" cy="276999"/>
          </a:xfrm>
          <a:prstGeom prst="rect">
            <a:avLst/>
          </a:prstGeom>
          <a:noFill/>
        </p:spPr>
        <p:txBody>
          <a:bodyPr wrap="square" rtlCol="0">
            <a:spAutoFit/>
          </a:bodyPr>
          <a:lstStyle/>
          <a:p>
            <a:pPr algn="ctr"/>
            <a:r>
              <a:rPr lang="en-US" sz="1200" dirty="0">
                <a:solidFill>
                  <a:schemeClr val="tx1"/>
                </a:solidFill>
              </a:rPr>
              <a:t>Text summarization</a:t>
            </a:r>
            <a:endParaRPr lang="en-IN" sz="1200" dirty="0">
              <a:solidFill>
                <a:schemeClr val="tx1"/>
              </a:solidFill>
            </a:endParaRPr>
          </a:p>
        </p:txBody>
      </p:sp>
      <p:pic>
        <p:nvPicPr>
          <p:cNvPr id="34" name="Graphic 33" descr="Computer">
            <a:extLst>
              <a:ext uri="{FF2B5EF4-FFF2-40B4-BE49-F238E27FC236}">
                <a16:creationId xmlns:a16="http://schemas.microsoft.com/office/drawing/2014/main" id="{E72CAEFF-7CF3-43B5-F01A-4A6A19ACA66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81487" y="4876799"/>
            <a:ext cx="914400" cy="914400"/>
          </a:xfrm>
          <a:prstGeom prst="rect">
            <a:avLst/>
          </a:prstGeom>
        </p:spPr>
      </p:pic>
      <p:pic>
        <p:nvPicPr>
          <p:cNvPr id="35" name="Graphic 34" descr="Man">
            <a:extLst>
              <a:ext uri="{FF2B5EF4-FFF2-40B4-BE49-F238E27FC236}">
                <a16:creationId xmlns:a16="http://schemas.microsoft.com/office/drawing/2014/main" id="{E61FCB1E-57AB-C485-B9C3-F13EEDCA7DA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743200" y="4876799"/>
            <a:ext cx="914400" cy="914400"/>
          </a:xfrm>
          <a:prstGeom prst="rect">
            <a:avLst/>
          </a:prstGeom>
        </p:spPr>
      </p:pic>
      <p:cxnSp>
        <p:nvCxnSpPr>
          <p:cNvPr id="36" name="Straight Arrow Connector 35">
            <a:extLst>
              <a:ext uri="{FF2B5EF4-FFF2-40B4-BE49-F238E27FC236}">
                <a16:creationId xmlns:a16="http://schemas.microsoft.com/office/drawing/2014/main" id="{41AED7CF-3D95-30D9-CE62-7FE8EAB938E0}"/>
              </a:ext>
            </a:extLst>
          </p:cNvPr>
          <p:cNvCxnSpPr>
            <a:cxnSpLocks/>
          </p:cNvCxnSpPr>
          <p:nvPr/>
        </p:nvCxnSpPr>
        <p:spPr>
          <a:xfrm flipH="1">
            <a:off x="3492631" y="5257800"/>
            <a:ext cx="6096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8" name="Straight Arrow Connector 37">
            <a:extLst>
              <a:ext uri="{FF2B5EF4-FFF2-40B4-BE49-F238E27FC236}">
                <a16:creationId xmlns:a16="http://schemas.microsoft.com/office/drawing/2014/main" id="{A5B9D895-6DA7-B8AE-D10F-1DEE8D2D2305}"/>
              </a:ext>
            </a:extLst>
          </p:cNvPr>
          <p:cNvCxnSpPr>
            <a:cxnSpLocks/>
          </p:cNvCxnSpPr>
          <p:nvPr/>
        </p:nvCxnSpPr>
        <p:spPr>
          <a:xfrm>
            <a:off x="4572000" y="4572000"/>
            <a:ext cx="0" cy="3810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3" name="Straight Connector 42">
            <a:extLst>
              <a:ext uri="{FF2B5EF4-FFF2-40B4-BE49-F238E27FC236}">
                <a16:creationId xmlns:a16="http://schemas.microsoft.com/office/drawing/2014/main" id="{1E7700D5-7C69-18A3-B67A-F1F273E19759}"/>
              </a:ext>
            </a:extLst>
          </p:cNvPr>
          <p:cNvCxnSpPr>
            <a:cxnSpLocks/>
          </p:cNvCxnSpPr>
          <p:nvPr/>
        </p:nvCxnSpPr>
        <p:spPr>
          <a:xfrm flipV="1">
            <a:off x="838200" y="4542090"/>
            <a:ext cx="7467600" cy="29910"/>
          </a:xfrm>
          <a:prstGeom prst="line">
            <a:avLst/>
          </a:prstGeom>
        </p:spPr>
        <p:style>
          <a:lnRef idx="2">
            <a:schemeClr val="dk1"/>
          </a:lnRef>
          <a:fillRef idx="0">
            <a:schemeClr val="dk1"/>
          </a:fillRef>
          <a:effectRef idx="1">
            <a:schemeClr val="dk1"/>
          </a:effectRef>
          <a:fontRef idx="minor">
            <a:schemeClr val="tx1"/>
          </a:fontRef>
        </p:style>
      </p:cxnSp>
      <p:cxnSp>
        <p:nvCxnSpPr>
          <p:cNvPr id="44" name="Straight Arrow Connector 43">
            <a:extLst>
              <a:ext uri="{FF2B5EF4-FFF2-40B4-BE49-F238E27FC236}">
                <a16:creationId xmlns:a16="http://schemas.microsoft.com/office/drawing/2014/main" id="{7524A5FE-A1CE-8EF7-7E3E-FA6F2D837E7D}"/>
              </a:ext>
            </a:extLst>
          </p:cNvPr>
          <p:cNvCxnSpPr>
            <a:cxnSpLocks/>
          </p:cNvCxnSpPr>
          <p:nvPr/>
        </p:nvCxnSpPr>
        <p:spPr>
          <a:xfrm>
            <a:off x="1041662" y="4267200"/>
            <a:ext cx="0" cy="29380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6" name="Straight Arrow Connector 45">
            <a:extLst>
              <a:ext uri="{FF2B5EF4-FFF2-40B4-BE49-F238E27FC236}">
                <a16:creationId xmlns:a16="http://schemas.microsoft.com/office/drawing/2014/main" id="{757E0A32-C6E6-43B1-92C8-34C7AECF4A5F}"/>
              </a:ext>
            </a:extLst>
          </p:cNvPr>
          <p:cNvCxnSpPr>
            <a:cxnSpLocks/>
          </p:cNvCxnSpPr>
          <p:nvPr/>
        </p:nvCxnSpPr>
        <p:spPr>
          <a:xfrm>
            <a:off x="3314700" y="4267200"/>
            <a:ext cx="0" cy="29380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8" name="Straight Arrow Connector 47">
            <a:extLst>
              <a:ext uri="{FF2B5EF4-FFF2-40B4-BE49-F238E27FC236}">
                <a16:creationId xmlns:a16="http://schemas.microsoft.com/office/drawing/2014/main" id="{8E9692E8-7EAC-7614-03B2-4F6A268972BD}"/>
              </a:ext>
            </a:extLst>
          </p:cNvPr>
          <p:cNvCxnSpPr>
            <a:cxnSpLocks/>
          </p:cNvCxnSpPr>
          <p:nvPr/>
        </p:nvCxnSpPr>
        <p:spPr>
          <a:xfrm>
            <a:off x="5638800" y="4267200"/>
            <a:ext cx="0" cy="29380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1" name="Straight Arrow Connector 50">
            <a:extLst>
              <a:ext uri="{FF2B5EF4-FFF2-40B4-BE49-F238E27FC236}">
                <a16:creationId xmlns:a16="http://schemas.microsoft.com/office/drawing/2014/main" id="{57C1FF7E-41B4-5231-A458-925241C1CA12}"/>
              </a:ext>
            </a:extLst>
          </p:cNvPr>
          <p:cNvCxnSpPr>
            <a:cxnSpLocks/>
          </p:cNvCxnSpPr>
          <p:nvPr/>
        </p:nvCxnSpPr>
        <p:spPr>
          <a:xfrm>
            <a:off x="8157325" y="4193595"/>
            <a:ext cx="0" cy="29380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2" name="TextBox 51">
            <a:extLst>
              <a:ext uri="{FF2B5EF4-FFF2-40B4-BE49-F238E27FC236}">
                <a16:creationId xmlns:a16="http://schemas.microsoft.com/office/drawing/2014/main" id="{3D8B7FD8-DACB-1525-8368-2110AF2C6A99}"/>
              </a:ext>
            </a:extLst>
          </p:cNvPr>
          <p:cNvSpPr txBox="1"/>
          <p:nvPr/>
        </p:nvSpPr>
        <p:spPr>
          <a:xfrm>
            <a:off x="914404" y="1802366"/>
            <a:ext cx="685800" cy="369332"/>
          </a:xfrm>
          <a:prstGeom prst="rect">
            <a:avLst/>
          </a:prstGeom>
          <a:noFill/>
        </p:spPr>
        <p:txBody>
          <a:bodyPr wrap="square" rtlCol="0">
            <a:spAutoFit/>
          </a:bodyPr>
          <a:lstStyle/>
          <a:p>
            <a:r>
              <a:rPr lang="en-US" dirty="0"/>
              <a:t>user</a:t>
            </a:r>
            <a:endParaRPr lang="en-IN" dirty="0"/>
          </a:p>
        </p:txBody>
      </p:sp>
      <p:sp>
        <p:nvSpPr>
          <p:cNvPr id="53" name="TextBox 52">
            <a:extLst>
              <a:ext uri="{FF2B5EF4-FFF2-40B4-BE49-F238E27FC236}">
                <a16:creationId xmlns:a16="http://schemas.microsoft.com/office/drawing/2014/main" id="{F6277EFB-79E5-C8D4-F2B3-27D8A9DB671E}"/>
              </a:ext>
            </a:extLst>
          </p:cNvPr>
          <p:cNvSpPr txBox="1"/>
          <p:nvPr/>
        </p:nvSpPr>
        <p:spPr>
          <a:xfrm>
            <a:off x="2133603" y="1756075"/>
            <a:ext cx="1257296" cy="369332"/>
          </a:xfrm>
          <a:prstGeom prst="rect">
            <a:avLst/>
          </a:prstGeom>
          <a:noFill/>
        </p:spPr>
        <p:txBody>
          <a:bodyPr wrap="square" rtlCol="0">
            <a:spAutoFit/>
          </a:bodyPr>
          <a:lstStyle/>
          <a:p>
            <a:r>
              <a:rPr lang="en-US" dirty="0"/>
              <a:t>interface</a:t>
            </a:r>
            <a:endParaRPr lang="en-IN" dirty="0"/>
          </a:p>
        </p:txBody>
      </p:sp>
      <p:sp>
        <p:nvSpPr>
          <p:cNvPr id="54" name="TextBox 53">
            <a:extLst>
              <a:ext uri="{FF2B5EF4-FFF2-40B4-BE49-F238E27FC236}">
                <a16:creationId xmlns:a16="http://schemas.microsoft.com/office/drawing/2014/main" id="{F45A210A-2915-FACF-0716-0BF5020D5D87}"/>
              </a:ext>
            </a:extLst>
          </p:cNvPr>
          <p:cNvSpPr txBox="1"/>
          <p:nvPr/>
        </p:nvSpPr>
        <p:spPr>
          <a:xfrm>
            <a:off x="4229106" y="5606533"/>
            <a:ext cx="1257296" cy="369332"/>
          </a:xfrm>
          <a:prstGeom prst="rect">
            <a:avLst/>
          </a:prstGeom>
          <a:noFill/>
        </p:spPr>
        <p:txBody>
          <a:bodyPr wrap="square" rtlCol="0">
            <a:spAutoFit/>
          </a:bodyPr>
          <a:lstStyle/>
          <a:p>
            <a:r>
              <a:rPr lang="en-US" dirty="0"/>
              <a:t>interface</a:t>
            </a:r>
            <a:endParaRPr lang="en-IN" dirty="0"/>
          </a:p>
        </p:txBody>
      </p:sp>
      <p:sp>
        <p:nvSpPr>
          <p:cNvPr id="55" name="TextBox 54">
            <a:extLst>
              <a:ext uri="{FF2B5EF4-FFF2-40B4-BE49-F238E27FC236}">
                <a16:creationId xmlns:a16="http://schemas.microsoft.com/office/drawing/2014/main" id="{EB7F74D0-E923-436A-CA81-4F718656FFA0}"/>
              </a:ext>
            </a:extLst>
          </p:cNvPr>
          <p:cNvSpPr txBox="1"/>
          <p:nvPr/>
        </p:nvSpPr>
        <p:spPr>
          <a:xfrm>
            <a:off x="2876289" y="5682734"/>
            <a:ext cx="685800" cy="369332"/>
          </a:xfrm>
          <a:prstGeom prst="rect">
            <a:avLst/>
          </a:prstGeom>
          <a:noFill/>
        </p:spPr>
        <p:txBody>
          <a:bodyPr wrap="square" rtlCol="0">
            <a:spAutoFit/>
          </a:bodyPr>
          <a:lstStyle/>
          <a:p>
            <a:r>
              <a:rPr lang="en-US" dirty="0"/>
              <a:t>user</a:t>
            </a:r>
            <a:endParaRPr lang="en-IN" dirty="0"/>
          </a:p>
        </p:txBody>
      </p:sp>
    </p:spTree>
    <p:extLst>
      <p:ext uri="{BB962C8B-B14F-4D97-AF65-F5344CB8AC3E}">
        <p14:creationId xmlns:p14="http://schemas.microsoft.com/office/powerpoint/2010/main" val="19824177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0C8745D-A7A9-CD0D-9602-D73F36E42600}"/>
              </a:ext>
            </a:extLst>
          </p:cNvPr>
          <p:cNvSpPr txBox="1"/>
          <p:nvPr/>
        </p:nvSpPr>
        <p:spPr>
          <a:xfrm>
            <a:off x="2362200" y="2347010"/>
            <a:ext cx="4419600" cy="769441"/>
          </a:xfrm>
          <a:prstGeom prst="rect">
            <a:avLst/>
          </a:prstGeom>
          <a:noFill/>
        </p:spPr>
        <p:txBody>
          <a:bodyPr wrap="square" rtlCol="0">
            <a:spAutoFit/>
          </a:bodyPr>
          <a:lstStyle/>
          <a:p>
            <a:r>
              <a:rPr lang="en-IN" sz="4400" b="1" dirty="0"/>
              <a:t>Result Analysis</a:t>
            </a:r>
          </a:p>
        </p:txBody>
      </p:sp>
      <p:sp>
        <p:nvSpPr>
          <p:cNvPr id="5" name="CustomShape 1">
            <a:extLst>
              <a:ext uri="{FF2B5EF4-FFF2-40B4-BE49-F238E27FC236}">
                <a16:creationId xmlns:a16="http://schemas.microsoft.com/office/drawing/2014/main" id="{939F0FB8-F507-2F69-AE79-9E845AA27246}"/>
              </a:ext>
            </a:extLst>
          </p:cNvPr>
          <p:cNvSpPr/>
          <p:nvPr/>
        </p:nvSpPr>
        <p:spPr>
          <a:xfrm>
            <a:off x="381240" y="3124200"/>
            <a:ext cx="8381520" cy="75480"/>
          </a:xfrm>
          <a:prstGeom prst="rect">
            <a:avLst/>
          </a:prstGeom>
          <a:solidFill>
            <a:srgbClr val="7030A0"/>
          </a:solidFill>
          <a:ln w="25560">
            <a:solidFill>
              <a:srgbClr val="3A5F8B"/>
            </a:solidFill>
            <a:round/>
          </a:ln>
        </p:spPr>
        <p:txBody>
          <a:bodyPr/>
          <a:lstStyle/>
          <a:p>
            <a:endParaRPr lang="en-US"/>
          </a:p>
        </p:txBody>
      </p:sp>
    </p:spTree>
    <p:extLst>
      <p:ext uri="{BB962C8B-B14F-4D97-AF65-F5344CB8AC3E}">
        <p14:creationId xmlns:p14="http://schemas.microsoft.com/office/powerpoint/2010/main" val="6769900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US"/>
          </a:p>
        </p:txBody>
      </p:sp>
      <p:sp>
        <p:nvSpPr>
          <p:cNvPr id="50" name="CustomShape 2"/>
          <p:cNvSpPr/>
          <p:nvPr/>
        </p:nvSpPr>
        <p:spPr>
          <a:xfrm>
            <a:off x="457200" y="489360"/>
            <a:ext cx="8381160" cy="577440"/>
          </a:xfrm>
          <a:prstGeom prst="rect">
            <a:avLst/>
          </a:prstGeom>
        </p:spPr>
        <p:txBody>
          <a:bodyPr lIns="90000" tIns="45000" rIns="90000" bIns="45000"/>
          <a:lstStyle/>
          <a:p>
            <a:pPr>
              <a:lnSpc>
                <a:spcPct val="100000"/>
              </a:lnSpc>
            </a:pPr>
            <a:r>
              <a:rPr lang="en-US" sz="3200" b="1" dirty="0">
                <a:solidFill>
                  <a:srgbClr val="C00000"/>
                </a:solidFill>
                <a:latin typeface="Calibri" panose="020F0502020204030204" pitchFamily="34" charset="0"/>
                <a:ea typeface="Calibri" panose="020F0502020204030204" pitchFamily="34" charset="0"/>
                <a:cs typeface="Calibri" panose="020F0502020204030204" pitchFamily="34" charset="0"/>
              </a:rPr>
              <a:t>Results</a:t>
            </a:r>
            <a:endParaRPr sz="32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2B05C8FD-F04D-97E1-6D00-2348A9CA7568}"/>
              </a:ext>
            </a:extLst>
          </p:cNvPr>
          <p:cNvSpPr txBox="1"/>
          <p:nvPr/>
        </p:nvSpPr>
        <p:spPr>
          <a:xfrm>
            <a:off x="457200" y="1719600"/>
            <a:ext cx="8381160" cy="4801314"/>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text summarization project starts by collecting a diverse set of documents and preparing them for analysis. Utilizing a machine learning model, such as a Transformer-based architecture, the system learns to extract key content and generate concise summaries.</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0439397-93C0-0DA2-91A7-E0C5C69DB1F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318" t="7036" r="3099" b="7001"/>
          <a:stretch/>
        </p:blipFill>
        <p:spPr bwMode="auto">
          <a:xfrm>
            <a:off x="1600200" y="3276600"/>
            <a:ext cx="5953727" cy="309204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7427218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US"/>
          </a:p>
        </p:txBody>
      </p:sp>
      <p:sp>
        <p:nvSpPr>
          <p:cNvPr id="50" name="CustomShape 2"/>
          <p:cNvSpPr/>
          <p:nvPr/>
        </p:nvSpPr>
        <p:spPr>
          <a:xfrm>
            <a:off x="457200" y="489360"/>
            <a:ext cx="8381160" cy="577440"/>
          </a:xfrm>
          <a:prstGeom prst="rect">
            <a:avLst/>
          </a:prstGeom>
        </p:spPr>
        <p:txBody>
          <a:bodyPr lIns="90000" tIns="45000" rIns="90000" bIns="45000"/>
          <a:lstStyle/>
          <a:p>
            <a:pPr>
              <a:lnSpc>
                <a:spcPct val="100000"/>
              </a:lnSpc>
            </a:pPr>
            <a:r>
              <a:rPr lang="en-US" sz="3200" b="1" dirty="0">
                <a:solidFill>
                  <a:srgbClr val="C00000"/>
                </a:solidFill>
                <a:latin typeface="Calibri" panose="020F0502020204030204" pitchFamily="34" charset="0"/>
                <a:ea typeface="Calibri" panose="020F0502020204030204" pitchFamily="34" charset="0"/>
                <a:cs typeface="Calibri" panose="020F0502020204030204" pitchFamily="34" charset="0"/>
              </a:rPr>
              <a:t>Results</a:t>
            </a:r>
            <a:endParaRPr sz="32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2B05C8FD-F04D-97E1-6D00-2348A9CA7568}"/>
              </a:ext>
            </a:extLst>
          </p:cNvPr>
          <p:cNvSpPr txBox="1"/>
          <p:nvPr/>
        </p:nvSpPr>
        <p:spPr>
          <a:xfrm>
            <a:off x="457200" y="1719600"/>
            <a:ext cx="8381160" cy="4524315"/>
          </a:xfrm>
          <a:prstGeom prst="rect">
            <a:avLst/>
          </a:prstGeom>
          <a:noFill/>
        </p:spPr>
        <p:txBody>
          <a:bodyPr wrap="square" rtlCol="0">
            <a:spAutoFit/>
          </a:bodyPr>
          <a:lstStyle/>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Users interact with the system through a user-friendly application, capturing text input via mobile or PC. The model processes the input and produces abstractive summaries, preserving the essential information from the original text.</a:t>
            </a:r>
          </a:p>
          <a:p>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0F2D51A-05DA-0666-FAA6-871D66B6FEB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808" t="5332" r="5037" b="6316"/>
          <a:stretch/>
        </p:blipFill>
        <p:spPr bwMode="auto">
          <a:xfrm>
            <a:off x="1666318" y="1577561"/>
            <a:ext cx="5811364" cy="307869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247995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US"/>
          </a:p>
        </p:txBody>
      </p:sp>
      <p:sp>
        <p:nvSpPr>
          <p:cNvPr id="50" name="CustomShape 2"/>
          <p:cNvSpPr/>
          <p:nvPr/>
        </p:nvSpPr>
        <p:spPr>
          <a:xfrm>
            <a:off x="457200" y="489360"/>
            <a:ext cx="8381160" cy="577440"/>
          </a:xfrm>
          <a:prstGeom prst="rect">
            <a:avLst/>
          </a:prstGeom>
        </p:spPr>
        <p:txBody>
          <a:bodyPr lIns="90000" tIns="45000" rIns="90000" bIns="45000"/>
          <a:lstStyle/>
          <a:p>
            <a:pPr>
              <a:lnSpc>
                <a:spcPct val="100000"/>
              </a:lnSpc>
            </a:pPr>
            <a:r>
              <a:rPr lang="en-US" sz="3200" b="1" dirty="0">
                <a:solidFill>
                  <a:srgbClr val="C00000"/>
                </a:solidFill>
                <a:latin typeface="Calibri" panose="020F0502020204030204" pitchFamily="34" charset="0"/>
                <a:ea typeface="Calibri" panose="020F0502020204030204" pitchFamily="34" charset="0"/>
                <a:cs typeface="Calibri" panose="020F0502020204030204" pitchFamily="34" charset="0"/>
              </a:rPr>
              <a:t>Results</a:t>
            </a:r>
            <a:endParaRPr sz="32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2B05C8FD-F04D-97E1-6D00-2348A9CA7568}"/>
              </a:ext>
            </a:extLst>
          </p:cNvPr>
          <p:cNvSpPr txBox="1"/>
          <p:nvPr/>
        </p:nvSpPr>
        <p:spPr>
          <a:xfrm>
            <a:off x="457200" y="1719600"/>
            <a:ext cx="8381160" cy="5078313"/>
          </a:xfrm>
          <a:prstGeom prst="rect">
            <a:avLst/>
          </a:prstGeom>
          <a:noFill/>
        </p:spPr>
        <p:txBody>
          <a:bodyPr wrap="square" rtlCol="0">
            <a:spAutoFit/>
          </a:bodyPr>
          <a:lstStyle/>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system incorporates checks for specific summarization features, adapting to different document types and styles. It continuously improves through updates and user feedback, ensuring relevance in the face of evolving language patterns.</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Ethical considerations are paramount, with the system designed to adhere to legal standards and privacy regulations. Quality control mechanisms review generated summaries to confirm accuracy and maintain high standards of output.</a:t>
            </a:r>
          </a:p>
        </p:txBody>
      </p:sp>
      <p:pic>
        <p:nvPicPr>
          <p:cNvPr id="5" name="Picture 4">
            <a:extLst>
              <a:ext uri="{FF2B5EF4-FFF2-40B4-BE49-F238E27FC236}">
                <a16:creationId xmlns:a16="http://schemas.microsoft.com/office/drawing/2014/main" id="{09210197-F98D-87A8-16B3-FE47EEADE77B}"/>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4028" t="5859" r="4435" b="7136"/>
          <a:stretch/>
        </p:blipFill>
        <p:spPr bwMode="auto">
          <a:xfrm>
            <a:off x="1426469" y="1371600"/>
            <a:ext cx="6442621" cy="339466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6109303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US"/>
          </a:p>
        </p:txBody>
      </p:sp>
      <p:sp>
        <p:nvSpPr>
          <p:cNvPr id="50" name="CustomShape 2"/>
          <p:cNvSpPr/>
          <p:nvPr/>
        </p:nvSpPr>
        <p:spPr>
          <a:xfrm>
            <a:off x="457200" y="489360"/>
            <a:ext cx="8381160" cy="577440"/>
          </a:xfrm>
          <a:prstGeom prst="rect">
            <a:avLst/>
          </a:prstGeom>
        </p:spPr>
        <p:txBody>
          <a:bodyPr lIns="90000" tIns="45000" rIns="90000" bIns="45000"/>
          <a:lstStyle/>
          <a:p>
            <a:pPr>
              <a:lnSpc>
                <a:spcPct val="100000"/>
              </a:lnSpc>
            </a:pPr>
            <a:r>
              <a:rPr lang="en-US" sz="3200" b="1" dirty="0">
                <a:solidFill>
                  <a:srgbClr val="C00000"/>
                </a:solidFill>
                <a:latin typeface="Calibri" panose="020F0502020204030204" pitchFamily="34" charset="0"/>
                <a:ea typeface="Calibri" panose="020F0502020204030204" pitchFamily="34" charset="0"/>
                <a:cs typeface="Calibri" panose="020F0502020204030204" pitchFamily="34" charset="0"/>
              </a:rPr>
              <a:t>Future Works</a:t>
            </a:r>
            <a:endParaRPr sz="32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9F985EEA-F8E4-E5A6-C300-F3BD7D727CB7}"/>
              </a:ext>
            </a:extLst>
          </p:cNvPr>
          <p:cNvSpPr txBox="1"/>
          <p:nvPr/>
        </p:nvSpPr>
        <p:spPr>
          <a:xfrm>
            <a:off x="495300" y="1644120"/>
            <a:ext cx="8304960" cy="3416320"/>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Implementation of a localized tool that would run natively on the device of the users</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Summarizing the text is still a work in progress in several research areas and needs to be further researched and developed in the summary of the texts. </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Streamlining the user interface and providing smoother user experiences</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Implementation of various models to expand the usability for the users </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Providing a slider to which would add convenance to its users to decide upon the length of the summary </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83457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US"/>
          </a:p>
        </p:txBody>
      </p:sp>
      <p:sp>
        <p:nvSpPr>
          <p:cNvPr id="50" name="CustomShape 2"/>
          <p:cNvSpPr/>
          <p:nvPr/>
        </p:nvSpPr>
        <p:spPr>
          <a:xfrm>
            <a:off x="457200" y="489360"/>
            <a:ext cx="8381160" cy="577440"/>
          </a:xfrm>
          <a:prstGeom prst="rect">
            <a:avLst/>
          </a:prstGeom>
        </p:spPr>
        <p:txBody>
          <a:bodyPr lIns="90000" tIns="45000" rIns="90000" bIns="45000"/>
          <a:lstStyle/>
          <a:p>
            <a:pPr>
              <a:lnSpc>
                <a:spcPct val="100000"/>
              </a:lnSpc>
            </a:pPr>
            <a:r>
              <a:rPr lang="en-US" sz="3200" b="1" dirty="0">
                <a:solidFill>
                  <a:srgbClr val="C00000"/>
                </a:solidFill>
                <a:latin typeface="Calibri" panose="020F0502020204030204" pitchFamily="34" charset="0"/>
                <a:ea typeface="Calibri" panose="020F0502020204030204" pitchFamily="34" charset="0"/>
                <a:cs typeface="Calibri" panose="020F0502020204030204" pitchFamily="34" charset="0"/>
              </a:rPr>
              <a:t>Conclusion</a:t>
            </a:r>
            <a:endParaRPr sz="3200" b="1" dirty="0">
              <a:solidFill>
                <a:srgbClr val="C00000"/>
              </a:solidFill>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9F985EEA-F8E4-E5A6-C300-F3BD7D727CB7}"/>
              </a:ext>
            </a:extLst>
          </p:cNvPr>
          <p:cNvSpPr txBox="1"/>
          <p:nvPr/>
        </p:nvSpPr>
        <p:spPr>
          <a:xfrm>
            <a:off x="495300" y="1644120"/>
            <a:ext cx="8304960" cy="4524315"/>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With the huge amount of data available on the internet, extracting the top data as a concept brief would be useful for some users. Since there is a huge amount of data deployed on the internet, there is always a need to find a way to reduce the length of the text and provide a clear summary.</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Summarizing the text is still a work in progress in several research areas and needs to be further researched and developed in the summary of the texts. Due to the huge increase in the amount of data available online, extracting the top information as a conceptual summary will be useful for some researchers.</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In this paper we have drawn the reader’s attention to the latest and main data problems as well as the need to summarize the texts and explained how short texts can be useful while keeping the original texts intact.</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optimization way can also be used to solve different problems.</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63809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stomShape 1">
            <a:extLst>
              <a:ext uri="{FF2B5EF4-FFF2-40B4-BE49-F238E27FC236}">
                <a16:creationId xmlns:a16="http://schemas.microsoft.com/office/drawing/2014/main" id="{3D3063D5-1B4C-6633-5B23-F5735712DABF}"/>
              </a:ext>
            </a:extLst>
          </p:cNvPr>
          <p:cNvSpPr/>
          <p:nvPr/>
        </p:nvSpPr>
        <p:spPr>
          <a:xfrm>
            <a:off x="457200" y="1102925"/>
            <a:ext cx="8381160" cy="75600"/>
          </a:xfrm>
          <a:prstGeom prst="rect">
            <a:avLst/>
          </a:prstGeom>
          <a:solidFill>
            <a:srgbClr val="7030A0"/>
          </a:solidFill>
          <a:ln w="25560">
            <a:solidFill>
              <a:srgbClr val="3A5F8B"/>
            </a:solidFill>
            <a:round/>
          </a:ln>
        </p:spPr>
        <p:txBody>
          <a:bodyPr/>
          <a:lstStyle/>
          <a:p>
            <a:endParaRPr lang="en-IN"/>
          </a:p>
        </p:txBody>
      </p:sp>
      <p:sp>
        <p:nvSpPr>
          <p:cNvPr id="3" name="Rectangle 2">
            <a:extLst>
              <a:ext uri="{FF2B5EF4-FFF2-40B4-BE49-F238E27FC236}">
                <a16:creationId xmlns:a16="http://schemas.microsoft.com/office/drawing/2014/main" id="{281672FD-F18A-D06B-B90B-0C848401ACC7}"/>
              </a:ext>
            </a:extLst>
          </p:cNvPr>
          <p:cNvSpPr/>
          <p:nvPr/>
        </p:nvSpPr>
        <p:spPr>
          <a:xfrm>
            <a:off x="457200" y="533400"/>
            <a:ext cx="2052100" cy="584775"/>
          </a:xfrm>
          <a:prstGeom prst="rect">
            <a:avLst/>
          </a:prstGeom>
        </p:spPr>
        <p:txBody>
          <a:bodyPr wrap="none">
            <a:spAutoFit/>
          </a:bodyPr>
          <a:lstStyle/>
          <a:p>
            <a:r>
              <a:rPr lang="en-IN" sz="3200" b="1" dirty="0">
                <a:solidFill>
                  <a:srgbClr val="C00000"/>
                </a:solidFill>
                <a:latin typeface="Calibri" pitchFamily="34" charset="0"/>
              </a:rPr>
              <a:t>References</a:t>
            </a:r>
            <a:endParaRPr lang="en-US" sz="3200" dirty="0">
              <a:solidFill>
                <a:srgbClr val="C00000"/>
              </a:solidFill>
              <a:latin typeface="Calibri" pitchFamily="34" charset="0"/>
            </a:endParaRPr>
          </a:p>
        </p:txBody>
      </p:sp>
      <p:sp>
        <p:nvSpPr>
          <p:cNvPr id="4" name="Subtitle 3">
            <a:extLst>
              <a:ext uri="{FF2B5EF4-FFF2-40B4-BE49-F238E27FC236}">
                <a16:creationId xmlns:a16="http://schemas.microsoft.com/office/drawing/2014/main" id="{59AF19F6-96A8-65F3-F50E-9556E8A47CED}"/>
              </a:ext>
            </a:extLst>
          </p:cNvPr>
          <p:cNvSpPr>
            <a:spLocks noGrp="1"/>
          </p:cNvSpPr>
          <p:nvPr>
            <p:ph type="subTitle"/>
          </p:nvPr>
        </p:nvSpPr>
        <p:spPr>
          <a:xfrm>
            <a:off x="686160" y="2133600"/>
            <a:ext cx="7771680" cy="3450960"/>
          </a:xfrm>
        </p:spPr>
        <p:txBody>
          <a:bodyPr/>
          <a:lstStyle/>
          <a:p>
            <a:pPr marL="285750" indent="-285750">
              <a:buFont typeface="Wingdings" panose="05000000000000000000" pitchFamily="2" charset="2"/>
              <a:buChar char="Ø"/>
            </a:pPr>
            <a:r>
              <a:rPr lang="en-US" sz="1400" dirty="0">
                <a:hlinkClick r:id="rId2"/>
              </a:rPr>
              <a:t>https://www.researchgate.net/publication/257947528_Text_SummarizationAn_Overview</a:t>
            </a:r>
            <a:endParaRPr lang="en-US" sz="1400" dirty="0"/>
          </a:p>
          <a:p>
            <a:pPr marL="285750" indent="-285750">
              <a:buFont typeface="Wingdings" panose="05000000000000000000" pitchFamily="2" charset="2"/>
              <a:buChar char="Ø"/>
            </a:pPr>
            <a:endParaRPr lang="en-US" sz="1400" dirty="0"/>
          </a:p>
          <a:p>
            <a:pPr marL="285750" indent="-285750">
              <a:buFont typeface="Wingdings" panose="05000000000000000000" pitchFamily="2" charset="2"/>
              <a:buChar char="Ø"/>
            </a:pPr>
            <a:r>
              <a:rPr lang="en-US" sz="1400" dirty="0">
                <a:hlinkClick r:id="rId3"/>
              </a:rPr>
              <a:t>https://www.researchgate.net/publication/366231011_Text_Summarization_using_NLP_Technique</a:t>
            </a:r>
            <a:endParaRPr lang="en-US" sz="1400" dirty="0"/>
          </a:p>
          <a:p>
            <a:pPr marL="285750" indent="-285750">
              <a:buFont typeface="Wingdings" panose="05000000000000000000" pitchFamily="2" charset="2"/>
              <a:buChar char="Ø"/>
            </a:pPr>
            <a:endParaRPr lang="en-US" sz="1400" dirty="0"/>
          </a:p>
          <a:p>
            <a:pPr marL="285750" indent="-285750">
              <a:buFont typeface="Wingdings" panose="05000000000000000000" pitchFamily="2" charset="2"/>
              <a:buChar char="Ø"/>
            </a:pPr>
            <a:r>
              <a:rPr lang="en-US" sz="1400" dirty="0">
                <a:hlinkClick r:id="rId4"/>
              </a:rPr>
              <a:t>https://www.researchgate.net/publication/337653638_Text_Summarization_A_Brief_Review</a:t>
            </a:r>
            <a:endParaRPr lang="en-US" sz="1400" dirty="0"/>
          </a:p>
          <a:p>
            <a:pPr marL="285750" indent="-285750">
              <a:buFont typeface="Wingdings" panose="05000000000000000000" pitchFamily="2" charset="2"/>
              <a:buChar char="Ø"/>
            </a:pPr>
            <a:endParaRPr lang="en-US" sz="1400" dirty="0"/>
          </a:p>
          <a:p>
            <a:pPr marL="285750" indent="-285750">
              <a:buFont typeface="Wingdings" panose="05000000000000000000" pitchFamily="2" charset="2"/>
              <a:buChar char="Ø"/>
            </a:pPr>
            <a:r>
              <a:rPr lang="en-US" sz="1400" dirty="0">
                <a:hlinkClick r:id="rId5"/>
              </a:rPr>
              <a:t>https://www.researchgate.net/publication/220974615_Automatic_Text_</a:t>
            </a:r>
          </a:p>
          <a:p>
            <a:r>
              <a:rPr lang="en-US" sz="1400" dirty="0">
                <a:hlinkClick r:id="rId5"/>
              </a:rPr>
              <a:t>      </a:t>
            </a:r>
            <a:r>
              <a:rPr lang="en-US" sz="1400" dirty="0" err="1">
                <a:hlinkClick r:id="rId5"/>
              </a:rPr>
              <a:t>Summarization_Using_a_Machine_Learning_Approach</a:t>
            </a:r>
            <a:endParaRPr lang="en-US" sz="1400" dirty="0"/>
          </a:p>
          <a:p>
            <a:pPr marL="285750" indent="-285750">
              <a:buFont typeface="Wingdings" panose="05000000000000000000" pitchFamily="2" charset="2"/>
              <a:buChar char="Ø"/>
            </a:pPr>
            <a:endParaRPr lang="en-US" sz="1400" dirty="0"/>
          </a:p>
          <a:p>
            <a:endParaRPr lang="en-US" sz="1400" dirty="0"/>
          </a:p>
          <a:p>
            <a:endParaRPr lang="en-US" sz="1400" dirty="0"/>
          </a:p>
          <a:p>
            <a:pPr marL="285750" indent="-285750">
              <a:buFont typeface="Wingdings" panose="05000000000000000000" pitchFamily="2" charset="2"/>
              <a:buChar char="Ø"/>
            </a:pPr>
            <a:endParaRPr lang="en-US" sz="1400" dirty="0"/>
          </a:p>
          <a:p>
            <a:pPr marL="285750" indent="-285750">
              <a:buFont typeface="Wingdings" panose="05000000000000000000" pitchFamily="2" charset="2"/>
              <a:buChar char="Ø"/>
            </a:pPr>
            <a:endParaRPr lang="en-US" sz="1400" dirty="0"/>
          </a:p>
          <a:p>
            <a:pPr marL="285750" indent="-285750">
              <a:buFont typeface="Wingdings" panose="05000000000000000000" pitchFamily="2" charset="2"/>
              <a:buChar char="Ø"/>
            </a:pPr>
            <a:endParaRPr lang="en-US" sz="1400" dirty="0"/>
          </a:p>
          <a:p>
            <a:pPr marL="285750" indent="-285750">
              <a:buFont typeface="Wingdings" panose="05000000000000000000" pitchFamily="2" charset="2"/>
              <a:buChar char="Ø"/>
            </a:pPr>
            <a:endParaRPr lang="en-US" sz="1400" dirty="0"/>
          </a:p>
          <a:p>
            <a:endParaRPr lang="en-US" sz="1400" dirty="0"/>
          </a:p>
        </p:txBody>
      </p:sp>
    </p:spTree>
    <p:extLst>
      <p:ext uri="{BB962C8B-B14F-4D97-AF65-F5344CB8AC3E}">
        <p14:creationId xmlns:p14="http://schemas.microsoft.com/office/powerpoint/2010/main" val="34055761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186201" y="2644170"/>
            <a:ext cx="6771598" cy="1569660"/>
          </a:xfrm>
          <a:prstGeom prst="rect">
            <a:avLst/>
          </a:prstGeom>
          <a:noFill/>
        </p:spPr>
        <p:txBody>
          <a:bodyPr wrap="none" lIns="91440" tIns="45720" rIns="91440" bIns="45720">
            <a:spAutoFit/>
          </a:bodyPr>
          <a:lstStyle/>
          <a:p>
            <a:pPr algn="ctr"/>
            <a:r>
              <a:rPr lang="en-US" sz="9600" b="1" cap="none" spc="0" dirty="0">
                <a:ln w="10541" cmpd="sng">
                  <a:solidFill>
                    <a:schemeClr val="accent1">
                      <a:shade val="88000"/>
                      <a:satMod val="110000"/>
                    </a:schemeClr>
                  </a:solidFill>
                  <a:prstDash val="solid"/>
                </a:ln>
                <a:effectLs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683</TotalTime>
  <Words>1945</Words>
  <Application>Microsoft Office PowerPoint</Application>
  <PresentationFormat>On-screen Show (4:3)</PresentationFormat>
  <Paragraphs>212</Paragraphs>
  <Slides>27</Slides>
  <Notes>17</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27</vt:i4>
      </vt:variant>
    </vt:vector>
  </HeadingPairs>
  <TitlesOfParts>
    <vt:vector size="36" baseType="lpstr">
      <vt:lpstr>Arial</vt:lpstr>
      <vt:lpstr>Arial Black</vt:lpstr>
      <vt:lpstr>Bookman Old Style</vt:lpstr>
      <vt:lpstr>Calibri</vt:lpstr>
      <vt:lpstr>StarSymbol</vt:lpstr>
      <vt:lpstr>Times New Roman</vt:lpstr>
      <vt:lpstr>Wingdings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ADEPU KARTHIK</dc:creator>
  <cp:lastModifiedBy>sumit chelluru</cp:lastModifiedBy>
  <cp:revision>769</cp:revision>
  <dcterms:created xsi:type="dcterms:W3CDTF">2023-09-10T07:29:00Z</dcterms:created>
  <dcterms:modified xsi:type="dcterms:W3CDTF">2024-03-23T06:19:43Z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4ADC63AA7C5946EFADC3D759ED969666_13</vt:lpwstr>
  </property>
  <property fmtid="{D5CDD505-2E9C-101B-9397-08002B2CF9AE}" pid="3" name="KSOProductBuildVer">
    <vt:lpwstr>1033-12.2.0.13201</vt:lpwstr>
  </property>
</Properties>
</file>